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365" r:id="rId14"/>
    <p:sldId id="366" r:id="rId15"/>
    <p:sldId id="367" r:id="rId16"/>
    <p:sldId id="368" r:id="rId17"/>
    <p:sldId id="369" r:id="rId18"/>
    <p:sldId id="370" r:id="rId19"/>
    <p:sldId id="3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269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: Problématique CNAS, besoin terrain, application installable et hors ligne.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la stratégie Cache‑First, séparation des caches (statique vs data), mise à jour sans rupture.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978695"/>
            <a:ext cx="4044599" cy="221599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1" y="3206012"/>
            <a:ext cx="4044599" cy="579080"/>
          </a:xfrm>
        </p:spPr>
        <p:txBody>
          <a:bodyPr wrap="square" lIns="0" tIns="216000" rIns="0" bIns="0" anchor="t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" name="Name Date Placeholder">
            <a:extLst>
              <a:ext uri="{FF2B5EF4-FFF2-40B4-BE49-F238E27FC236}">
                <a16:creationId xmlns:a16="http://schemas.microsoft.com/office/drawing/2014/main" id="{748A716D-2E02-B3F1-671A-72075F5A0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5931" y="600151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Te60 %</a:t>
            </a:r>
            <a:r>
              <a:rPr lang="en-US" dirty="0" err="1"/>
              <a:t>xt</a:t>
            </a:r>
            <a:r>
              <a:rPr lang="en-US" dirty="0"/>
              <a:t> Style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B94011B7-911C-4BC5-8F21-614A2A24C54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734235" y="600151"/>
            <a:ext cx="4409762" cy="454335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>
            <a:off x="4572000" y="438150"/>
            <a:ext cx="0" cy="470535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3CB62A4-D630-38C9-2338-DBB5E7A1507D}"/>
              </a:ext>
            </a:extLst>
          </p:cNvPr>
          <p:cNvCxnSpPr>
            <a:cxnSpLocks/>
          </p:cNvCxnSpPr>
          <p:nvPr userDrawn="1"/>
        </p:nvCxnSpPr>
        <p:spPr>
          <a:xfrm>
            <a:off x="0" y="4705350"/>
            <a:ext cx="4572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5509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1439437"/>
            <a:ext cx="2641360" cy="265919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en-US" dirty="0"/>
            </a:b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1" y="4126270"/>
            <a:ext cx="2641359" cy="579080"/>
          </a:xfrm>
        </p:spPr>
        <p:txBody>
          <a:bodyPr wrap="square" lIns="0" tIns="216000" rIns="0" bIns="0" anchor="t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" name="Name Date Placeholder">
            <a:extLst>
              <a:ext uri="{FF2B5EF4-FFF2-40B4-BE49-F238E27FC236}">
                <a16:creationId xmlns:a16="http://schemas.microsoft.com/office/drawing/2014/main" id="{748A716D-2E02-B3F1-671A-72075F5A0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5932" y="600151"/>
            <a:ext cx="2641360" cy="300083"/>
          </a:xfrm>
        </p:spPr>
        <p:txBody>
          <a:bodyPr wrap="square"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  <a:br>
              <a:rPr lang="en-US" dirty="0"/>
            </a:br>
            <a:endParaRPr lang="en-US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B94011B7-911C-4BC5-8F21-614A2A24C54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421747" y="600151"/>
            <a:ext cx="5722247" cy="410519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>
            <a:off x="3249216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469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V3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62110" y="1439437"/>
            <a:ext cx="2641360" cy="265919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br>
              <a:rPr lang="en-US" dirty="0"/>
            </a:b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062110" y="4126270"/>
            <a:ext cx="2641359" cy="579080"/>
          </a:xfrm>
        </p:spPr>
        <p:txBody>
          <a:bodyPr wrap="square" lIns="0" tIns="216000" rIns="0" bIns="0" anchor="t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" name="Name Date Placeholder">
            <a:extLst>
              <a:ext uri="{FF2B5EF4-FFF2-40B4-BE49-F238E27FC236}">
                <a16:creationId xmlns:a16="http://schemas.microsoft.com/office/drawing/2014/main" id="{748A716D-2E02-B3F1-671A-72075F5A0DF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62110" y="600151"/>
            <a:ext cx="2641360" cy="300083"/>
          </a:xfrm>
        </p:spPr>
        <p:txBody>
          <a:bodyPr wrap="square" lIns="0" tIns="0" rIns="0" b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  <a:br>
              <a:rPr lang="en-US" dirty="0"/>
            </a:br>
            <a:endParaRPr lang="en-US" dirty="0"/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B94011B7-911C-4BC5-8F21-614A2A24C54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0" y="600151"/>
            <a:ext cx="5722247" cy="410519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>
            <a:off x="5889385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788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1" y="3339150"/>
            <a:ext cx="5448854" cy="1365910"/>
          </a:xfrm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B94011B7-911C-4BC5-8F21-614A2A24C54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411144" y="600151"/>
            <a:ext cx="5292326" cy="255608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 flipH="1">
            <a:off x="3249217" y="438150"/>
            <a:ext cx="2" cy="29010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DCD92A9-1AFE-701E-28FC-1DF59CC8428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B143AB-0C97-55F3-ACCD-8FF941FB5127}"/>
              </a:ext>
            </a:extLst>
          </p:cNvPr>
          <p:cNvSpPr/>
          <p:nvPr userDrawn="1"/>
        </p:nvSpPr>
        <p:spPr>
          <a:xfrm>
            <a:off x="445930" y="3339150"/>
            <a:ext cx="8252135" cy="136620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0B381E1-AAFC-EAB1-7BB0-0EF856722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80655"/>
            <a:ext cx="2641360" cy="22159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344A78-A909-9428-7A4C-A2D8F9086FE6}"/>
              </a:ext>
            </a:extLst>
          </p:cNvPr>
          <p:cNvGrpSpPr/>
          <p:nvPr userDrawn="1"/>
        </p:nvGrpSpPr>
        <p:grpSpPr>
          <a:xfrm>
            <a:off x="7857187" y="3598535"/>
            <a:ext cx="564396" cy="847430"/>
            <a:chOff x="9321800" y="4884200"/>
            <a:chExt cx="871220" cy="13081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A8AB1E9-5073-06B8-A856-F5D4F40BE8EB}"/>
                </a:ext>
              </a:extLst>
            </p:cNvPr>
            <p:cNvSpPr/>
            <p:nvPr/>
          </p:nvSpPr>
          <p:spPr>
            <a:xfrm>
              <a:off x="9321800" y="488420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B1E4EA-8524-F7CD-8DF3-A9B50DE36218}"/>
                </a:ext>
              </a:extLst>
            </p:cNvPr>
            <p:cNvSpPr/>
            <p:nvPr/>
          </p:nvSpPr>
          <p:spPr>
            <a:xfrm>
              <a:off x="9508490" y="505946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27814B-F9AA-1524-E4C4-69D4B9A2136D}"/>
                </a:ext>
              </a:extLst>
            </p:cNvPr>
            <p:cNvSpPr/>
            <p:nvPr/>
          </p:nvSpPr>
          <p:spPr>
            <a:xfrm>
              <a:off x="9695180" y="523472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</p:spTree>
    <p:extLst>
      <p:ext uri="{BB962C8B-B14F-4D97-AF65-F5344CB8AC3E}">
        <p14:creationId xmlns:p14="http://schemas.microsoft.com/office/powerpoint/2010/main" val="3941703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V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1" y="3339150"/>
            <a:ext cx="5448854" cy="1365910"/>
          </a:xfrm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B94011B7-911C-4BC5-8F21-614A2A24C54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411144" y="600151"/>
            <a:ext cx="5292326" cy="255608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 flipH="1">
            <a:off x="3249217" y="438150"/>
            <a:ext cx="2" cy="29010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DCD92A9-1AFE-701E-28FC-1DF59CC8428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B143AB-0C97-55F3-ACCD-8FF941FB5127}"/>
              </a:ext>
            </a:extLst>
          </p:cNvPr>
          <p:cNvSpPr/>
          <p:nvPr userDrawn="1"/>
        </p:nvSpPr>
        <p:spPr>
          <a:xfrm>
            <a:off x="445930" y="3339150"/>
            <a:ext cx="8252135" cy="13662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0B381E1-AAFC-EAB1-7BB0-0EF856722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80655"/>
            <a:ext cx="2641360" cy="22159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344A78-A909-9428-7A4C-A2D8F9086FE6}"/>
              </a:ext>
            </a:extLst>
          </p:cNvPr>
          <p:cNvGrpSpPr/>
          <p:nvPr userDrawn="1"/>
        </p:nvGrpSpPr>
        <p:grpSpPr>
          <a:xfrm>
            <a:off x="7857187" y="3598535"/>
            <a:ext cx="564396" cy="847430"/>
            <a:chOff x="9321800" y="4884200"/>
            <a:chExt cx="871220" cy="13081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A8AB1E9-5073-06B8-A856-F5D4F40BE8EB}"/>
                </a:ext>
              </a:extLst>
            </p:cNvPr>
            <p:cNvSpPr/>
            <p:nvPr/>
          </p:nvSpPr>
          <p:spPr>
            <a:xfrm>
              <a:off x="9321800" y="488420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B1E4EA-8524-F7CD-8DF3-A9B50DE36218}"/>
                </a:ext>
              </a:extLst>
            </p:cNvPr>
            <p:cNvSpPr/>
            <p:nvPr/>
          </p:nvSpPr>
          <p:spPr>
            <a:xfrm>
              <a:off x="9508490" y="505946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27814B-F9AA-1524-E4C4-69D4B9A2136D}"/>
                </a:ext>
              </a:extLst>
            </p:cNvPr>
            <p:cNvSpPr/>
            <p:nvPr/>
          </p:nvSpPr>
          <p:spPr>
            <a:xfrm>
              <a:off x="9695180" y="523472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</p:spTree>
    <p:extLst>
      <p:ext uri="{BB962C8B-B14F-4D97-AF65-F5344CB8AC3E}">
        <p14:creationId xmlns:p14="http://schemas.microsoft.com/office/powerpoint/2010/main" val="22527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V3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1" y="3339150"/>
            <a:ext cx="5448854" cy="1365910"/>
          </a:xfrm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B94011B7-911C-4BC5-8F21-614A2A24C54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45929" y="600151"/>
            <a:ext cx="5286778" cy="255608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 flipH="1">
            <a:off x="5894782" y="438150"/>
            <a:ext cx="2" cy="29010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8DCD92A9-1AFE-701E-28FC-1DF59CC8428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B143AB-0C97-55F3-ACCD-8FF941FB5127}"/>
              </a:ext>
            </a:extLst>
          </p:cNvPr>
          <p:cNvSpPr/>
          <p:nvPr userDrawn="1"/>
        </p:nvSpPr>
        <p:spPr>
          <a:xfrm>
            <a:off x="445930" y="3339150"/>
            <a:ext cx="8252135" cy="136620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0B381E1-AAFC-EAB1-7BB0-0EF856722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56717" y="896085"/>
            <a:ext cx="2646752" cy="2215991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0344A78-A909-9428-7A4C-A2D8F9086FE6}"/>
              </a:ext>
            </a:extLst>
          </p:cNvPr>
          <p:cNvGrpSpPr/>
          <p:nvPr userDrawn="1"/>
        </p:nvGrpSpPr>
        <p:grpSpPr>
          <a:xfrm>
            <a:off x="7857187" y="3598535"/>
            <a:ext cx="564396" cy="847430"/>
            <a:chOff x="9321800" y="4884200"/>
            <a:chExt cx="871220" cy="130812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A8AB1E9-5073-06B8-A856-F5D4F40BE8EB}"/>
                </a:ext>
              </a:extLst>
            </p:cNvPr>
            <p:cNvSpPr/>
            <p:nvPr/>
          </p:nvSpPr>
          <p:spPr>
            <a:xfrm>
              <a:off x="9321800" y="488420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DB1E4EA-8524-F7CD-8DF3-A9B50DE36218}"/>
                </a:ext>
              </a:extLst>
            </p:cNvPr>
            <p:cNvSpPr/>
            <p:nvPr/>
          </p:nvSpPr>
          <p:spPr>
            <a:xfrm>
              <a:off x="9508490" y="505946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127814B-F9AA-1524-E4C4-69D4B9A2136D}"/>
                </a:ext>
              </a:extLst>
            </p:cNvPr>
            <p:cNvSpPr/>
            <p:nvPr/>
          </p:nvSpPr>
          <p:spPr>
            <a:xfrm>
              <a:off x="9695180" y="523472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</p:spTree>
    <p:extLst>
      <p:ext uri="{BB962C8B-B14F-4D97-AF65-F5344CB8AC3E}">
        <p14:creationId xmlns:p14="http://schemas.microsoft.com/office/powerpoint/2010/main" val="2916745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1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5229"/>
            <a:ext cx="4044599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690912"/>
            <a:ext cx="4044599" cy="425859"/>
          </a:xfrm>
        </p:spPr>
        <p:txBody>
          <a:bodyPr wrap="square" lIns="0" tIns="216000" rIns="360000" bIns="0" anchor="b" anchorCtr="0">
            <a:sp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7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>
            <a:off x="4572000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1" y="3140220"/>
            <a:ext cx="4050506" cy="1565130"/>
          </a:xfrm>
        </p:spPr>
        <p:txBody>
          <a:bodyPr lIns="0" tIns="108000" rIns="360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0" y="2571059"/>
            <a:ext cx="4572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FBBCC708-0B85-A45B-2116-865C7249FBE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734235" y="600151"/>
            <a:ext cx="3807000" cy="454335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5A8B71-BA18-E487-8428-80C9FB2E47F9}"/>
              </a:ext>
            </a:extLst>
          </p:cNvPr>
          <p:cNvCxnSpPr>
            <a:cxnSpLocks/>
          </p:cNvCxnSpPr>
          <p:nvPr userDrawn="1"/>
        </p:nvCxnSpPr>
        <p:spPr>
          <a:xfrm>
            <a:off x="8703470" y="433864"/>
            <a:ext cx="0" cy="47053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502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1V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5229"/>
            <a:ext cx="5281648" cy="1329595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056711" y="870348"/>
            <a:ext cx="2484522" cy="57908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7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>
            <a:off x="5894785" y="438150"/>
            <a:ext cx="0" cy="470535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056710" y="1469812"/>
            <a:ext cx="2484522" cy="3171243"/>
          </a:xfrm>
        </p:spPr>
        <p:txBody>
          <a:bodyPr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0" y="2571059"/>
            <a:ext cx="5894785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9">
            <a:extLst>
              <a:ext uri="{FF2B5EF4-FFF2-40B4-BE49-F238E27FC236}">
                <a16:creationId xmlns:a16="http://schemas.microsoft.com/office/drawing/2014/main" id="{FBBCC708-0B85-A45B-2116-865C7249FBE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" y="2733751"/>
            <a:ext cx="5727584" cy="240975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5A8B71-BA18-E487-8428-80C9FB2E47F9}"/>
              </a:ext>
            </a:extLst>
          </p:cNvPr>
          <p:cNvCxnSpPr>
            <a:cxnSpLocks/>
          </p:cNvCxnSpPr>
          <p:nvPr userDrawn="1"/>
        </p:nvCxnSpPr>
        <p:spPr>
          <a:xfrm>
            <a:off x="8703470" y="433864"/>
            <a:ext cx="0" cy="470535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16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2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5229"/>
            <a:ext cx="5444510" cy="1329595"/>
          </a:xfrm>
          <a:prstGeom prst="rect">
            <a:avLst/>
          </a:prstGeom>
        </p:spPr>
        <p:txBody>
          <a:bodyPr vert="horz" wrap="square" lIns="0" tIns="0" rIns="216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670814"/>
            <a:ext cx="2641361" cy="57908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270279"/>
            <a:ext cx="2641360" cy="1426150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0" y="2571059"/>
            <a:ext cx="6058906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779DE22-B44C-76EB-D9B5-E2A361D0012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8710" y="600151"/>
            <a:ext cx="2925290" cy="454334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3168187" y="2571750"/>
            <a:ext cx="0" cy="25717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249082" y="2670814"/>
            <a:ext cx="2641361" cy="57908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249082" y="3270520"/>
            <a:ext cx="2641360" cy="142615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16B9EA-7A6C-2515-FC5B-FDEF4798CB0F}"/>
              </a:ext>
            </a:extLst>
          </p:cNvPr>
          <p:cNvCxnSpPr>
            <a:cxnSpLocks/>
          </p:cNvCxnSpPr>
          <p:nvPr userDrawn="1"/>
        </p:nvCxnSpPr>
        <p:spPr>
          <a:xfrm>
            <a:off x="6058906" y="438150"/>
            <a:ext cx="0" cy="4704659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911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2V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5229"/>
            <a:ext cx="5448853" cy="1329595"/>
          </a:xfrm>
          <a:prstGeom prst="rect">
            <a:avLst/>
          </a:prstGeom>
        </p:spPr>
        <p:txBody>
          <a:bodyPr vert="horz" wrap="square" lIns="432000" tIns="0" rIns="216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670814"/>
            <a:ext cx="3963980" cy="579080"/>
          </a:xfrm>
        </p:spPr>
        <p:txBody>
          <a:bodyPr wrap="square" lIns="432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270279"/>
            <a:ext cx="3963979" cy="1426150"/>
          </a:xfrm>
        </p:spPr>
        <p:txBody>
          <a:bodyPr wrap="square" lIns="432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440531" y="2571059"/>
            <a:ext cx="826293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71750"/>
            <a:ext cx="0" cy="25717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734090" y="2670814"/>
            <a:ext cx="3807376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4734090" y="3270520"/>
            <a:ext cx="3807375" cy="142615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2DC5FC-47C2-0032-E2D0-A744FDAE3FD7}"/>
              </a:ext>
            </a:extLst>
          </p:cNvPr>
          <p:cNvCxnSpPr>
            <a:cxnSpLocks/>
          </p:cNvCxnSpPr>
          <p:nvPr userDrawn="1"/>
        </p:nvCxnSpPr>
        <p:spPr>
          <a:xfrm>
            <a:off x="445627" y="433864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D0E7C1-2CE9-36C5-EECF-CA0BB573C461}"/>
              </a:ext>
            </a:extLst>
          </p:cNvPr>
          <p:cNvGrpSpPr/>
          <p:nvPr userDrawn="1"/>
        </p:nvGrpSpPr>
        <p:grpSpPr>
          <a:xfrm>
            <a:off x="7449180" y="1081235"/>
            <a:ext cx="564396" cy="847430"/>
            <a:chOff x="9321800" y="4884200"/>
            <a:chExt cx="871220" cy="13081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47BBB1-5689-BD20-F8D3-79D8B71EB56F}"/>
                </a:ext>
              </a:extLst>
            </p:cNvPr>
            <p:cNvSpPr/>
            <p:nvPr/>
          </p:nvSpPr>
          <p:spPr>
            <a:xfrm>
              <a:off x="9321800" y="488420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7C7776-484E-2281-0486-5FBF14960803}"/>
                </a:ext>
              </a:extLst>
            </p:cNvPr>
            <p:cNvSpPr/>
            <p:nvPr/>
          </p:nvSpPr>
          <p:spPr>
            <a:xfrm>
              <a:off x="9508490" y="505946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C41562-8B2B-BD1E-B8CD-E7875645EC05}"/>
                </a:ext>
              </a:extLst>
            </p:cNvPr>
            <p:cNvSpPr/>
            <p:nvPr/>
          </p:nvSpPr>
          <p:spPr>
            <a:xfrm>
              <a:off x="9695180" y="523472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6464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2V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5229"/>
            <a:ext cx="5448853" cy="1329595"/>
          </a:xfrm>
          <a:prstGeom prst="rect">
            <a:avLst/>
          </a:prstGeom>
        </p:spPr>
        <p:txBody>
          <a:bodyPr vert="horz" wrap="square" lIns="432000" tIns="0" rIns="216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670814"/>
            <a:ext cx="3963980" cy="579080"/>
          </a:xfrm>
        </p:spPr>
        <p:txBody>
          <a:bodyPr wrap="square" lIns="432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270279"/>
            <a:ext cx="3963979" cy="1426150"/>
          </a:xfrm>
        </p:spPr>
        <p:txBody>
          <a:bodyPr wrap="square" lIns="432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440531" y="2571059"/>
            <a:ext cx="8262938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71750"/>
            <a:ext cx="0" cy="257175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734090" y="2670814"/>
            <a:ext cx="3807376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4734090" y="3270520"/>
            <a:ext cx="3807375" cy="142615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2DC5FC-47C2-0032-E2D0-A744FDAE3FD7}"/>
              </a:ext>
            </a:extLst>
          </p:cNvPr>
          <p:cNvCxnSpPr>
            <a:cxnSpLocks/>
          </p:cNvCxnSpPr>
          <p:nvPr userDrawn="1"/>
        </p:nvCxnSpPr>
        <p:spPr>
          <a:xfrm>
            <a:off x="445627" y="433864"/>
            <a:ext cx="0" cy="470535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D0E7C1-2CE9-36C5-EECF-CA0BB573C461}"/>
              </a:ext>
            </a:extLst>
          </p:cNvPr>
          <p:cNvGrpSpPr/>
          <p:nvPr userDrawn="1"/>
        </p:nvGrpSpPr>
        <p:grpSpPr>
          <a:xfrm>
            <a:off x="7449180" y="1081235"/>
            <a:ext cx="564396" cy="847430"/>
            <a:chOff x="9321800" y="4884200"/>
            <a:chExt cx="871220" cy="13081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47BBB1-5689-BD20-F8D3-79D8B71EB56F}"/>
                </a:ext>
              </a:extLst>
            </p:cNvPr>
            <p:cNvSpPr/>
            <p:nvPr/>
          </p:nvSpPr>
          <p:spPr>
            <a:xfrm>
              <a:off x="9321800" y="488420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7C7776-484E-2281-0486-5FBF14960803}"/>
                </a:ext>
              </a:extLst>
            </p:cNvPr>
            <p:cNvSpPr/>
            <p:nvPr/>
          </p:nvSpPr>
          <p:spPr>
            <a:xfrm>
              <a:off x="9508490" y="505946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C41562-8B2B-BD1E-B8CD-E7875645EC05}"/>
                </a:ext>
              </a:extLst>
            </p:cNvPr>
            <p:cNvSpPr/>
            <p:nvPr/>
          </p:nvSpPr>
          <p:spPr>
            <a:xfrm>
              <a:off x="9695180" y="523472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8150"/>
            <a:ext cx="0" cy="470535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710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3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3" y="885229"/>
            <a:ext cx="4049999" cy="1329595"/>
          </a:xfrm>
          <a:prstGeom prst="rect">
            <a:avLst/>
          </a:prstGeom>
        </p:spPr>
        <p:txBody>
          <a:bodyPr vert="horz" wrap="square" lIns="0" tIns="0" rIns="216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670814"/>
            <a:ext cx="2641361" cy="57908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>
            <a:off x="4652963" y="438150"/>
            <a:ext cx="0" cy="21336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270278"/>
            <a:ext cx="2641360" cy="1395833"/>
          </a:xfrm>
        </p:spPr>
        <p:txBody>
          <a:bodyPr wrap="square"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0" y="2571059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779DE22-B44C-76EB-D9B5-E2A361D0012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809995" y="600151"/>
            <a:ext cx="4334005" cy="180776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3168187" y="2571750"/>
            <a:ext cx="0" cy="21357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249082" y="2670814"/>
            <a:ext cx="2641361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249082" y="3270519"/>
            <a:ext cx="2641360" cy="508111"/>
          </a:xfrm>
        </p:spPr>
        <p:txBody>
          <a:bodyPr wrap="square" lIns="216000" tIns="108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62110" y="2670814"/>
            <a:ext cx="2641361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062109" y="3279200"/>
            <a:ext cx="2641360" cy="508111"/>
          </a:xfrm>
        </p:spPr>
        <p:txBody>
          <a:bodyPr wrap="square" lIns="216000" tIns="108000" rIns="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16B9EA-7A6C-2515-FC5B-FDEF4798CB0F}"/>
              </a:ext>
            </a:extLst>
          </p:cNvPr>
          <p:cNvCxnSpPr>
            <a:cxnSpLocks/>
          </p:cNvCxnSpPr>
          <p:nvPr userDrawn="1"/>
        </p:nvCxnSpPr>
        <p:spPr>
          <a:xfrm>
            <a:off x="5976276" y="2571058"/>
            <a:ext cx="0" cy="2134292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37AE6C-EA22-D5E1-0DB0-5CA390FD5B8A}"/>
              </a:ext>
            </a:extLst>
          </p:cNvPr>
          <p:cNvCxnSpPr>
            <a:cxnSpLocks/>
          </p:cNvCxnSpPr>
          <p:nvPr userDrawn="1"/>
        </p:nvCxnSpPr>
        <p:spPr>
          <a:xfrm>
            <a:off x="0" y="47053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5440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3V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5229"/>
            <a:ext cx="5444509" cy="1329595"/>
          </a:xfrm>
          <a:prstGeom prst="rect">
            <a:avLst/>
          </a:prstGeom>
        </p:spPr>
        <p:txBody>
          <a:bodyPr vert="horz" wrap="square" lIns="0" tIns="0" rIns="216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D0E7C1-2CE9-36C5-EECF-CA0BB573C461}"/>
              </a:ext>
            </a:extLst>
          </p:cNvPr>
          <p:cNvGrpSpPr/>
          <p:nvPr userDrawn="1"/>
        </p:nvGrpSpPr>
        <p:grpSpPr>
          <a:xfrm>
            <a:off x="7449180" y="1081235"/>
            <a:ext cx="564396" cy="847430"/>
            <a:chOff x="9321800" y="4884200"/>
            <a:chExt cx="871220" cy="13081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47BBB1-5689-BD20-F8D3-79D8B71EB56F}"/>
                </a:ext>
              </a:extLst>
            </p:cNvPr>
            <p:cNvSpPr/>
            <p:nvPr/>
          </p:nvSpPr>
          <p:spPr>
            <a:xfrm>
              <a:off x="9321800" y="488420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7C7776-484E-2281-0486-5FBF14960803}"/>
                </a:ext>
              </a:extLst>
            </p:cNvPr>
            <p:cNvSpPr/>
            <p:nvPr/>
          </p:nvSpPr>
          <p:spPr>
            <a:xfrm>
              <a:off x="9508490" y="505946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C41562-8B2B-BD1E-B8CD-E7875645EC05}"/>
                </a:ext>
              </a:extLst>
            </p:cNvPr>
            <p:cNvSpPr/>
            <p:nvPr/>
          </p:nvSpPr>
          <p:spPr>
            <a:xfrm>
              <a:off x="9695180" y="523472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25169ED8-14D4-3038-DE30-41232737597E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670814"/>
            <a:ext cx="2641361" cy="57908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9C1911A8-1019-52BB-D9F4-0979175AEC8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270279"/>
            <a:ext cx="2641360" cy="1426150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9B1758-DBF3-D371-30CD-54BF7BEBAF59}"/>
              </a:ext>
            </a:extLst>
          </p:cNvPr>
          <p:cNvCxnSpPr>
            <a:cxnSpLocks/>
          </p:cNvCxnSpPr>
          <p:nvPr userDrawn="1"/>
        </p:nvCxnSpPr>
        <p:spPr>
          <a:xfrm>
            <a:off x="3168187" y="2571750"/>
            <a:ext cx="0" cy="25717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EE886AA0-74C9-E5E4-DAC4-AD4DA97D4EA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249082" y="2670814"/>
            <a:ext cx="2641361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3396939E-4E7C-B1A5-B4C0-3ED71C7B6D82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249082" y="3270520"/>
            <a:ext cx="2641360" cy="142615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E3E9C74A-A094-B305-58B1-D6E1690C5E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62110" y="2670814"/>
            <a:ext cx="2641361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ECE77F28-CA1D-17DE-68F8-46798A78A4B2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062109" y="3279201"/>
            <a:ext cx="2641360" cy="142615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98FD74-A2EA-9611-73A8-7B5539142735}"/>
              </a:ext>
            </a:extLst>
          </p:cNvPr>
          <p:cNvCxnSpPr>
            <a:cxnSpLocks/>
          </p:cNvCxnSpPr>
          <p:nvPr userDrawn="1"/>
        </p:nvCxnSpPr>
        <p:spPr>
          <a:xfrm>
            <a:off x="5976276" y="2571059"/>
            <a:ext cx="0" cy="25717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2FF512A-5199-21CB-77B7-343FE0ED5562}"/>
              </a:ext>
            </a:extLst>
          </p:cNvPr>
          <p:cNvCxnSpPr>
            <a:cxnSpLocks/>
          </p:cNvCxnSpPr>
          <p:nvPr userDrawn="1"/>
        </p:nvCxnSpPr>
        <p:spPr>
          <a:xfrm>
            <a:off x="0" y="2571059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924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box3V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5229"/>
            <a:ext cx="5444509" cy="1329595"/>
          </a:xfrm>
          <a:prstGeom prst="rect">
            <a:avLst/>
          </a:prstGeom>
        </p:spPr>
        <p:txBody>
          <a:bodyPr vert="horz" wrap="square" lIns="0" tIns="0" rIns="216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D0E7C1-2CE9-36C5-EECF-CA0BB573C461}"/>
              </a:ext>
            </a:extLst>
          </p:cNvPr>
          <p:cNvGrpSpPr/>
          <p:nvPr userDrawn="1"/>
        </p:nvGrpSpPr>
        <p:grpSpPr>
          <a:xfrm>
            <a:off x="7449180" y="1081235"/>
            <a:ext cx="564396" cy="847430"/>
            <a:chOff x="9321800" y="4884200"/>
            <a:chExt cx="871220" cy="13081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47BBB1-5689-BD20-F8D3-79D8B71EB56F}"/>
                </a:ext>
              </a:extLst>
            </p:cNvPr>
            <p:cNvSpPr/>
            <p:nvPr/>
          </p:nvSpPr>
          <p:spPr>
            <a:xfrm>
              <a:off x="9321800" y="4884200"/>
              <a:ext cx="497840" cy="9576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7C7776-484E-2281-0486-5FBF14960803}"/>
                </a:ext>
              </a:extLst>
            </p:cNvPr>
            <p:cNvSpPr/>
            <p:nvPr/>
          </p:nvSpPr>
          <p:spPr>
            <a:xfrm>
              <a:off x="9508490" y="5059460"/>
              <a:ext cx="497840" cy="9576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C41562-8B2B-BD1E-B8CD-E7875645EC05}"/>
                </a:ext>
              </a:extLst>
            </p:cNvPr>
            <p:cNvSpPr/>
            <p:nvPr/>
          </p:nvSpPr>
          <p:spPr>
            <a:xfrm>
              <a:off x="9695180" y="5234720"/>
              <a:ext cx="497840" cy="9576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8150"/>
            <a:ext cx="0" cy="470535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25169ED8-14D4-3038-DE30-41232737597E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670814"/>
            <a:ext cx="2641361" cy="57908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9C1911A8-1019-52BB-D9F4-0979175AEC8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270279"/>
            <a:ext cx="2641360" cy="1426150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9B1758-DBF3-D371-30CD-54BF7BEBAF59}"/>
              </a:ext>
            </a:extLst>
          </p:cNvPr>
          <p:cNvCxnSpPr>
            <a:cxnSpLocks/>
          </p:cNvCxnSpPr>
          <p:nvPr userDrawn="1"/>
        </p:nvCxnSpPr>
        <p:spPr>
          <a:xfrm>
            <a:off x="3168187" y="2571750"/>
            <a:ext cx="0" cy="257175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EE886AA0-74C9-E5E4-DAC4-AD4DA97D4EA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249082" y="2670814"/>
            <a:ext cx="2641361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3396939E-4E7C-B1A5-B4C0-3ED71C7B6D82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249082" y="3270520"/>
            <a:ext cx="2641360" cy="142615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E3E9C74A-A094-B305-58B1-D6E1690C5E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62110" y="2670814"/>
            <a:ext cx="2641361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ECE77F28-CA1D-17DE-68F8-46798A78A4B2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062109" y="3279201"/>
            <a:ext cx="2641360" cy="142615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98FD74-A2EA-9611-73A8-7B5539142735}"/>
              </a:ext>
            </a:extLst>
          </p:cNvPr>
          <p:cNvCxnSpPr>
            <a:cxnSpLocks/>
          </p:cNvCxnSpPr>
          <p:nvPr userDrawn="1"/>
        </p:nvCxnSpPr>
        <p:spPr>
          <a:xfrm>
            <a:off x="5976276" y="2571059"/>
            <a:ext cx="0" cy="257175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2FF512A-5199-21CB-77B7-343FE0ED5562}"/>
              </a:ext>
            </a:extLst>
          </p:cNvPr>
          <p:cNvCxnSpPr>
            <a:cxnSpLocks/>
          </p:cNvCxnSpPr>
          <p:nvPr userDrawn="1"/>
        </p:nvCxnSpPr>
        <p:spPr>
          <a:xfrm>
            <a:off x="0" y="2571059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6900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4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916426"/>
            <a:ext cx="8257537" cy="8863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312921"/>
            <a:ext cx="2055859" cy="57908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2912386"/>
            <a:ext cx="2055858" cy="1783631"/>
          </a:xfrm>
        </p:spPr>
        <p:txBody>
          <a:bodyPr wrap="square"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0" y="2213165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2506265" y="2213857"/>
            <a:ext cx="0" cy="249149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510741" y="2312921"/>
            <a:ext cx="2056784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510741" y="2912385"/>
            <a:ext cx="2056784" cy="702010"/>
          </a:xfrm>
        </p:spPr>
        <p:txBody>
          <a:bodyPr wrap="square" lIns="216000" tIns="108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576476" y="2312921"/>
            <a:ext cx="2056784" cy="58050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576475" y="2912385"/>
            <a:ext cx="2056784" cy="702010"/>
          </a:xfrm>
        </p:spPr>
        <p:txBody>
          <a:bodyPr wrap="square" lIns="216000" tIns="108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16B9EA-7A6C-2515-FC5B-FDEF4798CB0F}"/>
              </a:ext>
            </a:extLst>
          </p:cNvPr>
          <p:cNvCxnSpPr>
            <a:cxnSpLocks/>
          </p:cNvCxnSpPr>
          <p:nvPr userDrawn="1"/>
        </p:nvCxnSpPr>
        <p:spPr>
          <a:xfrm>
            <a:off x="4571999" y="2213166"/>
            <a:ext cx="0" cy="2492185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37AE6C-EA22-D5E1-0DB0-5CA390FD5B8A}"/>
              </a:ext>
            </a:extLst>
          </p:cNvPr>
          <p:cNvCxnSpPr>
            <a:cxnSpLocks/>
          </p:cNvCxnSpPr>
          <p:nvPr userDrawn="1"/>
        </p:nvCxnSpPr>
        <p:spPr>
          <a:xfrm>
            <a:off x="0" y="4705350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DE0C98-4F7D-0FF6-C089-FD49676B6D5C}"/>
              </a:ext>
            </a:extLst>
          </p:cNvPr>
          <p:cNvCxnSpPr>
            <a:cxnSpLocks/>
          </p:cNvCxnSpPr>
          <p:nvPr userDrawn="1"/>
        </p:nvCxnSpPr>
        <p:spPr>
          <a:xfrm>
            <a:off x="6637734" y="2213857"/>
            <a:ext cx="0" cy="2491493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D2CD3161-1F37-CDCA-3932-F76C72943866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646686" y="2312921"/>
            <a:ext cx="2056784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C07684AA-8B9F-5DEE-CF98-7BBFAB9249D7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646685" y="2912385"/>
            <a:ext cx="2056784" cy="508111"/>
          </a:xfrm>
        </p:spPr>
        <p:txBody>
          <a:bodyPr wrap="square" lIns="216000" tIns="108000" rIns="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47E65A-2BB7-1978-4311-AF96513EE38C}"/>
              </a:ext>
            </a:extLst>
          </p:cNvPr>
          <p:cNvCxnSpPr>
            <a:cxnSpLocks/>
          </p:cNvCxnSpPr>
          <p:nvPr userDrawn="1"/>
        </p:nvCxnSpPr>
        <p:spPr>
          <a:xfrm>
            <a:off x="8700134" y="435293"/>
            <a:ext cx="0" cy="42672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278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box4V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920560"/>
            <a:ext cx="8257537" cy="8863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312921"/>
            <a:ext cx="2055859" cy="57908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8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2912386"/>
            <a:ext cx="2055858" cy="1783631"/>
          </a:xfrm>
        </p:spPr>
        <p:txBody>
          <a:bodyPr wrap="square"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ru-RU" dirty="0"/>
            </a:b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0" y="2213165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2506265" y="2213857"/>
            <a:ext cx="0" cy="2491493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510741" y="2312921"/>
            <a:ext cx="2056784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510741" y="2892000"/>
            <a:ext cx="2056784" cy="1784700"/>
          </a:xfrm>
        </p:spPr>
        <p:txBody>
          <a:bodyPr wrap="square" lIns="21600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576476" y="2312921"/>
            <a:ext cx="2056784" cy="58050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576475" y="2892000"/>
            <a:ext cx="2056784" cy="1784700"/>
          </a:xfrm>
        </p:spPr>
        <p:txBody>
          <a:bodyPr wrap="square" lIns="21600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16B9EA-7A6C-2515-FC5B-FDEF4798CB0F}"/>
              </a:ext>
            </a:extLst>
          </p:cNvPr>
          <p:cNvCxnSpPr>
            <a:cxnSpLocks/>
          </p:cNvCxnSpPr>
          <p:nvPr userDrawn="1"/>
        </p:nvCxnSpPr>
        <p:spPr>
          <a:xfrm>
            <a:off x="4571999" y="2213166"/>
            <a:ext cx="0" cy="2492185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E37AE6C-EA22-D5E1-0DB0-5CA390FD5B8A}"/>
              </a:ext>
            </a:extLst>
          </p:cNvPr>
          <p:cNvCxnSpPr>
            <a:cxnSpLocks/>
          </p:cNvCxnSpPr>
          <p:nvPr userDrawn="1"/>
        </p:nvCxnSpPr>
        <p:spPr>
          <a:xfrm>
            <a:off x="0" y="4705350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DE0C98-4F7D-0FF6-C089-FD49676B6D5C}"/>
              </a:ext>
            </a:extLst>
          </p:cNvPr>
          <p:cNvCxnSpPr>
            <a:cxnSpLocks/>
          </p:cNvCxnSpPr>
          <p:nvPr userDrawn="1"/>
        </p:nvCxnSpPr>
        <p:spPr>
          <a:xfrm>
            <a:off x="6637734" y="2213857"/>
            <a:ext cx="0" cy="2491493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D2CD3161-1F37-CDCA-3932-F76C72943866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646686" y="2312921"/>
            <a:ext cx="2056784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C07684AA-8B9F-5DEE-CF98-7BBFAB9249D7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6646685" y="2912384"/>
            <a:ext cx="2056784" cy="1784700"/>
          </a:xfrm>
        </p:spPr>
        <p:txBody>
          <a:bodyPr wrap="square" lIns="216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547E65A-2BB7-1978-4311-AF96513EE38C}"/>
              </a:ext>
            </a:extLst>
          </p:cNvPr>
          <p:cNvCxnSpPr>
            <a:cxnSpLocks/>
          </p:cNvCxnSpPr>
          <p:nvPr userDrawn="1"/>
        </p:nvCxnSpPr>
        <p:spPr>
          <a:xfrm>
            <a:off x="8700134" y="435293"/>
            <a:ext cx="0" cy="4267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0177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5229"/>
            <a:ext cx="8257537" cy="770363"/>
          </a:xfrm>
          <a:prstGeom prst="rect">
            <a:avLst/>
          </a:prstGeom>
        </p:spPr>
        <p:txBody>
          <a:bodyPr vert="horz" wrap="square" lIns="0" tIns="0" rIns="432000" bIns="432000" rtlCol="0" anchor="t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25169ED8-14D4-3038-DE30-41232737597E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767381" y="2005034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98FD74-A2EA-9611-73A8-7B5539142735}"/>
              </a:ext>
            </a:extLst>
          </p:cNvPr>
          <p:cNvCxnSpPr>
            <a:cxnSpLocks/>
            <a:stCxn id="7" idx="2"/>
          </p:cNvCxnSpPr>
          <p:nvPr userDrawn="1"/>
        </p:nvCxnSpPr>
        <p:spPr>
          <a:xfrm flipH="1">
            <a:off x="4572000" y="1655592"/>
            <a:ext cx="2701" cy="3487217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2FF512A-5199-21CB-77B7-343FE0ED5562}"/>
              </a:ext>
            </a:extLst>
          </p:cNvPr>
          <p:cNvCxnSpPr>
            <a:cxnSpLocks/>
          </p:cNvCxnSpPr>
          <p:nvPr userDrawn="1"/>
        </p:nvCxnSpPr>
        <p:spPr>
          <a:xfrm>
            <a:off x="0" y="1658015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5266FAF-D134-CA20-DF91-8AD01BD8A0CE}"/>
              </a:ext>
            </a:extLst>
          </p:cNvPr>
          <p:cNvGrpSpPr/>
          <p:nvPr userDrawn="1"/>
        </p:nvGrpSpPr>
        <p:grpSpPr>
          <a:xfrm>
            <a:off x="444869" y="1956284"/>
            <a:ext cx="322512" cy="513000"/>
            <a:chOff x="593159" y="2601860"/>
            <a:chExt cx="430016" cy="684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207E62-CDB0-1785-063E-E060DFECC6B9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18" name="Graphic 17" descr="Caret Right outline">
              <a:extLst>
                <a:ext uri="{FF2B5EF4-FFF2-40B4-BE49-F238E27FC236}">
                  <a16:creationId xmlns:a16="http://schemas.microsoft.com/office/drawing/2014/main" id="{63108904-AC0E-670D-B9E1-090361BDFD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4D6BBA96-7A13-6022-7A73-22F3A7F4488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67381" y="2751310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421E6E0-BD75-9BA2-E52E-A79F6A74D8CE}"/>
              </a:ext>
            </a:extLst>
          </p:cNvPr>
          <p:cNvGrpSpPr/>
          <p:nvPr userDrawn="1"/>
        </p:nvGrpSpPr>
        <p:grpSpPr>
          <a:xfrm>
            <a:off x="444869" y="2702559"/>
            <a:ext cx="322512" cy="513000"/>
            <a:chOff x="593159" y="2601860"/>
            <a:chExt cx="430016" cy="6840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581B7DCA-7E2E-46F2-9428-FC97FC946217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39" name="Graphic 38" descr="Caret Right outline">
              <a:extLst>
                <a:ext uri="{FF2B5EF4-FFF2-40B4-BE49-F238E27FC236}">
                  <a16:creationId xmlns:a16="http://schemas.microsoft.com/office/drawing/2014/main" id="{294CF94C-9F47-E606-E956-2D73BD435A6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6D4DC49-1F99-C67C-DD81-BD4FE08CC4E9}"/>
              </a:ext>
            </a:extLst>
          </p:cNvPr>
          <p:cNvGrpSpPr/>
          <p:nvPr userDrawn="1"/>
        </p:nvGrpSpPr>
        <p:grpSpPr>
          <a:xfrm>
            <a:off x="444869" y="3448835"/>
            <a:ext cx="322512" cy="513000"/>
            <a:chOff x="593159" y="2601860"/>
            <a:chExt cx="430016" cy="68400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8696F00-B27C-C6D7-6FCD-55D5B77089FF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42" name="Graphic 41" descr="Caret Right outline">
              <a:extLst>
                <a:ext uri="{FF2B5EF4-FFF2-40B4-BE49-F238E27FC236}">
                  <a16:creationId xmlns:a16="http://schemas.microsoft.com/office/drawing/2014/main" id="{9B6B6399-2DE3-BC26-CB0A-CF9F358F94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9E9E1C4-78DE-6E39-FB66-359EB13308D1}"/>
              </a:ext>
            </a:extLst>
          </p:cNvPr>
          <p:cNvGrpSpPr/>
          <p:nvPr userDrawn="1"/>
        </p:nvGrpSpPr>
        <p:grpSpPr>
          <a:xfrm>
            <a:off x="444869" y="4195109"/>
            <a:ext cx="322512" cy="513000"/>
            <a:chOff x="593159" y="2601860"/>
            <a:chExt cx="430016" cy="684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C24ACA9-56B4-A3A3-C8AC-38E496784426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45" name="Graphic 44" descr="Caret Right outline">
              <a:extLst>
                <a:ext uri="{FF2B5EF4-FFF2-40B4-BE49-F238E27FC236}">
                  <a16:creationId xmlns:a16="http://schemas.microsoft.com/office/drawing/2014/main" id="{AB39E289-292C-25FE-7540-14A3E9908C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sp>
        <p:nvSpPr>
          <p:cNvPr id="46" name="Subtitle Placeholder">
            <a:extLst>
              <a:ext uri="{FF2B5EF4-FFF2-40B4-BE49-F238E27FC236}">
                <a16:creationId xmlns:a16="http://schemas.microsoft.com/office/drawing/2014/main" id="{BAABAF33-6DAE-3118-634A-03CF08DD319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767381" y="3497585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47" name="Subtitle Placeholder">
            <a:extLst>
              <a:ext uri="{FF2B5EF4-FFF2-40B4-BE49-F238E27FC236}">
                <a16:creationId xmlns:a16="http://schemas.microsoft.com/office/drawing/2014/main" id="{7FBAD0CE-5894-F19B-D8F3-39C78FC35146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767381" y="4243860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1" name="Subtitle Placeholder">
            <a:extLst>
              <a:ext uri="{FF2B5EF4-FFF2-40B4-BE49-F238E27FC236}">
                <a16:creationId xmlns:a16="http://schemas.microsoft.com/office/drawing/2014/main" id="{13C8BE76-CFFC-E018-C975-32281471FB6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221365" y="2005034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8D48B6C-5D11-3E88-2570-72859242CC2A}"/>
              </a:ext>
            </a:extLst>
          </p:cNvPr>
          <p:cNvGrpSpPr/>
          <p:nvPr userDrawn="1"/>
        </p:nvGrpSpPr>
        <p:grpSpPr>
          <a:xfrm>
            <a:off x="4898853" y="1956284"/>
            <a:ext cx="322512" cy="513000"/>
            <a:chOff x="593159" y="2601860"/>
            <a:chExt cx="430016" cy="684000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8F337DE-CC2A-AEC4-2694-C77B363C0869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54" name="Graphic 53" descr="Caret Right outline">
              <a:extLst>
                <a:ext uri="{FF2B5EF4-FFF2-40B4-BE49-F238E27FC236}">
                  <a16:creationId xmlns:a16="http://schemas.microsoft.com/office/drawing/2014/main" id="{8CFD9E8C-DD67-87D2-6091-F12E87ED62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96EFF386-2CDA-8A15-2E16-AE1D7A1EE1E3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221365" y="2751310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510FABC-E4F8-AD70-AD19-647B41561CB5}"/>
              </a:ext>
            </a:extLst>
          </p:cNvPr>
          <p:cNvGrpSpPr/>
          <p:nvPr userDrawn="1"/>
        </p:nvGrpSpPr>
        <p:grpSpPr>
          <a:xfrm>
            <a:off x="4898853" y="2702559"/>
            <a:ext cx="322512" cy="513000"/>
            <a:chOff x="593159" y="2601860"/>
            <a:chExt cx="430016" cy="684000"/>
          </a:xfrm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0424075-B39B-79D8-3729-87135E258A9A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58" name="Graphic 57" descr="Caret Right outline">
              <a:extLst>
                <a:ext uri="{FF2B5EF4-FFF2-40B4-BE49-F238E27FC236}">
                  <a16:creationId xmlns:a16="http://schemas.microsoft.com/office/drawing/2014/main" id="{A309E916-9C24-D4FA-9576-D9F11F7A75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A2677B9-6C5C-5D12-0F43-8F4F95175D1A}"/>
              </a:ext>
            </a:extLst>
          </p:cNvPr>
          <p:cNvGrpSpPr/>
          <p:nvPr userDrawn="1"/>
        </p:nvGrpSpPr>
        <p:grpSpPr>
          <a:xfrm>
            <a:off x="4898853" y="3448835"/>
            <a:ext cx="322512" cy="513000"/>
            <a:chOff x="593159" y="2601860"/>
            <a:chExt cx="430016" cy="684000"/>
          </a:xfrm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2ABAB1E-014E-A16C-2A42-00DFADE01C99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61" name="Graphic 60" descr="Caret Right outline">
              <a:extLst>
                <a:ext uri="{FF2B5EF4-FFF2-40B4-BE49-F238E27FC236}">
                  <a16:creationId xmlns:a16="http://schemas.microsoft.com/office/drawing/2014/main" id="{88EBB787-AC1E-BA4A-1FF6-CF0C50E652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428186B-7403-A6F2-33E7-CFAE9F837BDF}"/>
              </a:ext>
            </a:extLst>
          </p:cNvPr>
          <p:cNvGrpSpPr/>
          <p:nvPr userDrawn="1"/>
        </p:nvGrpSpPr>
        <p:grpSpPr>
          <a:xfrm>
            <a:off x="4898853" y="4195109"/>
            <a:ext cx="322512" cy="513000"/>
            <a:chOff x="593159" y="2601860"/>
            <a:chExt cx="430016" cy="684000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DE56E6-FBF3-B796-3B49-83C236676CAA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64" name="Graphic 63" descr="Caret Right outline">
              <a:extLst>
                <a:ext uri="{FF2B5EF4-FFF2-40B4-BE49-F238E27FC236}">
                  <a16:creationId xmlns:a16="http://schemas.microsoft.com/office/drawing/2014/main" id="{0A744933-2F47-0211-16B2-27D6CD3147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sp>
        <p:nvSpPr>
          <p:cNvPr id="65" name="Subtitle Placeholder">
            <a:extLst>
              <a:ext uri="{FF2B5EF4-FFF2-40B4-BE49-F238E27FC236}">
                <a16:creationId xmlns:a16="http://schemas.microsoft.com/office/drawing/2014/main" id="{B3E38276-7EA7-B862-F3A2-DFE1A9E146D7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221365" y="3497585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6" name="Subtitle Placeholder">
            <a:extLst>
              <a:ext uri="{FF2B5EF4-FFF2-40B4-BE49-F238E27FC236}">
                <a16:creationId xmlns:a16="http://schemas.microsoft.com/office/drawing/2014/main" id="{D37B730D-1FF1-01D9-0527-0CB546B4B88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221365" y="4243860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  <p:extLst>
      <p:ext uri="{BB962C8B-B14F-4D97-AF65-F5344CB8AC3E}">
        <p14:creationId xmlns:p14="http://schemas.microsoft.com/office/powerpoint/2010/main" val="41567333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V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3" y="2128552"/>
            <a:ext cx="4049999" cy="886397"/>
          </a:xfrm>
          <a:prstGeom prst="rect">
            <a:avLst/>
          </a:prstGeom>
        </p:spPr>
        <p:txBody>
          <a:bodyPr vert="horz" wrap="square" lIns="432000" tIns="0" rIns="432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5293"/>
            <a:ext cx="0" cy="42741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98FD74-A2EA-9611-73A8-7B5539142735}"/>
              </a:ext>
            </a:extLst>
          </p:cNvPr>
          <p:cNvCxnSpPr>
            <a:cxnSpLocks/>
          </p:cNvCxnSpPr>
          <p:nvPr userDrawn="1"/>
        </p:nvCxnSpPr>
        <p:spPr>
          <a:xfrm>
            <a:off x="4572000" y="438150"/>
            <a:ext cx="0" cy="4267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Subtitle Placeholder">
            <a:extLst>
              <a:ext uri="{FF2B5EF4-FFF2-40B4-BE49-F238E27FC236}">
                <a16:creationId xmlns:a16="http://schemas.microsoft.com/office/drawing/2014/main" id="{13C8BE76-CFFC-E018-C975-32281471FB65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5221365" y="1244588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8D48B6C-5D11-3E88-2570-72859242CC2A}"/>
              </a:ext>
            </a:extLst>
          </p:cNvPr>
          <p:cNvGrpSpPr/>
          <p:nvPr userDrawn="1"/>
        </p:nvGrpSpPr>
        <p:grpSpPr>
          <a:xfrm>
            <a:off x="4898853" y="1195837"/>
            <a:ext cx="322512" cy="513000"/>
            <a:chOff x="593159" y="2601860"/>
            <a:chExt cx="430016" cy="684000"/>
          </a:xfrm>
          <a:noFill/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8F337DE-CC2A-AEC4-2694-C77B363C0869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grp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54" name="Graphic 53" descr="Caret Right outline">
              <a:extLst>
                <a:ext uri="{FF2B5EF4-FFF2-40B4-BE49-F238E27FC236}">
                  <a16:creationId xmlns:a16="http://schemas.microsoft.com/office/drawing/2014/main" id="{8CFD9E8C-DD67-87D2-6091-F12E87ED62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96EFF386-2CDA-8A15-2E16-AE1D7A1EE1E3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221365" y="1990864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510FABC-E4F8-AD70-AD19-647B41561CB5}"/>
              </a:ext>
            </a:extLst>
          </p:cNvPr>
          <p:cNvGrpSpPr/>
          <p:nvPr userDrawn="1"/>
        </p:nvGrpSpPr>
        <p:grpSpPr>
          <a:xfrm>
            <a:off x="4898853" y="1942113"/>
            <a:ext cx="322512" cy="513000"/>
            <a:chOff x="593159" y="2601860"/>
            <a:chExt cx="430016" cy="684000"/>
          </a:xfrm>
          <a:noFill/>
        </p:grpSpPr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0424075-B39B-79D8-3729-87135E258A9A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grp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58" name="Graphic 57" descr="Caret Right outline">
              <a:extLst>
                <a:ext uri="{FF2B5EF4-FFF2-40B4-BE49-F238E27FC236}">
                  <a16:creationId xmlns:a16="http://schemas.microsoft.com/office/drawing/2014/main" id="{A309E916-9C24-D4FA-9576-D9F11F7A75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A2677B9-6C5C-5D12-0F43-8F4F95175D1A}"/>
              </a:ext>
            </a:extLst>
          </p:cNvPr>
          <p:cNvGrpSpPr/>
          <p:nvPr userDrawn="1"/>
        </p:nvGrpSpPr>
        <p:grpSpPr>
          <a:xfrm>
            <a:off x="4898853" y="2688389"/>
            <a:ext cx="322512" cy="513000"/>
            <a:chOff x="593159" y="2601860"/>
            <a:chExt cx="430016" cy="684000"/>
          </a:xfrm>
          <a:noFill/>
        </p:grpSpPr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72ABAB1E-014E-A16C-2A42-00DFADE01C99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grp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61" name="Graphic 60" descr="Caret Right outline">
              <a:extLst>
                <a:ext uri="{FF2B5EF4-FFF2-40B4-BE49-F238E27FC236}">
                  <a16:creationId xmlns:a16="http://schemas.microsoft.com/office/drawing/2014/main" id="{88EBB787-AC1E-BA4A-1FF6-CF0C50E652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428186B-7403-A6F2-33E7-CFAE9F837BDF}"/>
              </a:ext>
            </a:extLst>
          </p:cNvPr>
          <p:cNvGrpSpPr/>
          <p:nvPr userDrawn="1"/>
        </p:nvGrpSpPr>
        <p:grpSpPr>
          <a:xfrm>
            <a:off x="4898853" y="3434663"/>
            <a:ext cx="322512" cy="513000"/>
            <a:chOff x="593159" y="2601860"/>
            <a:chExt cx="430016" cy="684000"/>
          </a:xfrm>
          <a:noFill/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21DE56E6-FBF3-B796-3B49-83C236676CAA}"/>
                </a:ext>
              </a:extLst>
            </p:cNvPr>
            <p:cNvSpPr/>
            <p:nvPr userDrawn="1"/>
          </p:nvSpPr>
          <p:spPr>
            <a:xfrm>
              <a:off x="593159" y="2601860"/>
              <a:ext cx="430016" cy="684000"/>
            </a:xfrm>
            <a:prstGeom prst="rect">
              <a:avLst/>
            </a:prstGeom>
            <a:grpFill/>
            <a:ln w="1270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64" name="Graphic 63" descr="Caret Right outline">
              <a:extLst>
                <a:ext uri="{FF2B5EF4-FFF2-40B4-BE49-F238E27FC236}">
                  <a16:creationId xmlns:a16="http://schemas.microsoft.com/office/drawing/2014/main" id="{0A744933-2F47-0211-16B2-27D6CD3147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28542" y="2763860"/>
              <a:ext cx="360000" cy="360000"/>
            </a:xfrm>
            <a:prstGeom prst="rect">
              <a:avLst/>
            </a:prstGeom>
          </p:spPr>
        </p:pic>
      </p:grpSp>
      <p:sp>
        <p:nvSpPr>
          <p:cNvPr id="65" name="Subtitle Placeholder">
            <a:extLst>
              <a:ext uri="{FF2B5EF4-FFF2-40B4-BE49-F238E27FC236}">
                <a16:creationId xmlns:a16="http://schemas.microsoft.com/office/drawing/2014/main" id="{B3E38276-7EA7-B862-F3A2-DFE1A9E146D7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5221365" y="2737139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6" name="Subtitle Placeholder">
            <a:extLst>
              <a:ext uri="{FF2B5EF4-FFF2-40B4-BE49-F238E27FC236}">
                <a16:creationId xmlns:a16="http://schemas.microsoft.com/office/drawing/2014/main" id="{D37B730D-1FF1-01D9-0527-0CB546B4B88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221365" y="3483414"/>
            <a:ext cx="3473428" cy="415499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FA703B-DA6D-2FA2-7FAB-1D170926CB9A}"/>
              </a:ext>
            </a:extLst>
          </p:cNvPr>
          <p:cNvCxnSpPr>
            <a:cxnSpLocks/>
          </p:cNvCxnSpPr>
          <p:nvPr userDrawn="1"/>
        </p:nvCxnSpPr>
        <p:spPr>
          <a:xfrm>
            <a:off x="445932" y="4705350"/>
            <a:ext cx="824886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540354-00E9-7B0F-2B37-701FEE5333D3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42672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2264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3" y="884779"/>
            <a:ext cx="8257536" cy="443198"/>
          </a:xfrm>
          <a:prstGeom prst="rect">
            <a:avLst/>
          </a:prstGeom>
        </p:spPr>
        <p:txBody>
          <a:bodyPr vert="horz" wrap="square" lIns="0" tIns="0" rIns="432000" bIns="0" rtlCol="0" anchor="t" anchorCtr="0">
            <a:sp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25169ED8-14D4-3038-DE30-41232737597E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780397" y="1948729"/>
            <a:ext cx="3715535" cy="623248"/>
          </a:xfrm>
        </p:spPr>
        <p:txBody>
          <a:bodyPr wrap="square" lIns="180000" tIns="0" rIns="21600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1" name="Subtitle Placeholder">
            <a:extLst>
              <a:ext uri="{FF2B5EF4-FFF2-40B4-BE49-F238E27FC236}">
                <a16:creationId xmlns:a16="http://schemas.microsoft.com/office/drawing/2014/main" id="{13C8BE76-CFFC-E018-C975-32281471FB65}"/>
              </a:ext>
            </a:extLst>
          </p:cNvPr>
          <p:cNvSpPr>
            <a:spLocks noGrp="1"/>
          </p:cNvSpPr>
          <p:nvPr userDrawn="1">
            <p:ph type="body" idx="32" hasCustomPrompt="1"/>
          </p:nvPr>
        </p:nvSpPr>
        <p:spPr>
          <a:xfrm>
            <a:off x="771720" y="3014963"/>
            <a:ext cx="3715535" cy="623700"/>
          </a:xfrm>
        </p:spPr>
        <p:txBody>
          <a:bodyPr wrap="square" lIns="180000" tIns="0" rIns="21600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96EFF386-2CDA-8A15-2E16-AE1D7A1EE1E3}"/>
              </a:ext>
            </a:extLst>
          </p:cNvPr>
          <p:cNvSpPr>
            <a:spLocks noGrp="1"/>
          </p:cNvSpPr>
          <p:nvPr userDrawn="1">
            <p:ph type="body" idx="33" hasCustomPrompt="1"/>
          </p:nvPr>
        </p:nvSpPr>
        <p:spPr>
          <a:xfrm>
            <a:off x="771720" y="4081537"/>
            <a:ext cx="3715535" cy="623700"/>
          </a:xfrm>
        </p:spPr>
        <p:txBody>
          <a:bodyPr wrap="square" lIns="180000" tIns="0" rIns="21600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5" name="Subtitle Placeholder">
            <a:extLst>
              <a:ext uri="{FF2B5EF4-FFF2-40B4-BE49-F238E27FC236}">
                <a16:creationId xmlns:a16="http://schemas.microsoft.com/office/drawing/2014/main" id="{B3E38276-7EA7-B862-F3A2-DFE1A9E146D7}"/>
              </a:ext>
            </a:extLst>
          </p:cNvPr>
          <p:cNvSpPr>
            <a:spLocks noGrp="1"/>
          </p:cNvSpPr>
          <p:nvPr userDrawn="1">
            <p:ph type="body" idx="34" hasCustomPrompt="1"/>
          </p:nvPr>
        </p:nvSpPr>
        <p:spPr>
          <a:xfrm>
            <a:off x="4979259" y="1948502"/>
            <a:ext cx="3724211" cy="623700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6" name="Subtitle Placeholder">
            <a:extLst>
              <a:ext uri="{FF2B5EF4-FFF2-40B4-BE49-F238E27FC236}">
                <a16:creationId xmlns:a16="http://schemas.microsoft.com/office/drawing/2014/main" id="{D37B730D-1FF1-01D9-0527-0CB546B4B881}"/>
              </a:ext>
            </a:extLst>
          </p:cNvPr>
          <p:cNvSpPr>
            <a:spLocks noGrp="1"/>
          </p:cNvSpPr>
          <p:nvPr userDrawn="1">
            <p:ph type="body" idx="35" hasCustomPrompt="1"/>
          </p:nvPr>
        </p:nvSpPr>
        <p:spPr>
          <a:xfrm>
            <a:off x="4979259" y="3014963"/>
            <a:ext cx="3724211" cy="623700"/>
          </a:xfrm>
        </p:spPr>
        <p:txBody>
          <a:bodyPr wrap="square" lIns="180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94B8AF3-0912-4AD1-37B4-8DEBF944AC51}"/>
              </a:ext>
            </a:extLst>
          </p:cNvPr>
          <p:cNvCxnSpPr>
            <a:cxnSpLocks/>
          </p:cNvCxnSpPr>
          <p:nvPr userDrawn="1"/>
        </p:nvCxnSpPr>
        <p:spPr>
          <a:xfrm>
            <a:off x="0" y="1629377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7EFDD6C-ABEF-2720-DAFC-4DCFB308060A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3863"/>
            <a:ext cx="0" cy="11934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458A09F3-2AD5-CF6A-E7F3-4B4DF56CAB04}"/>
              </a:ext>
            </a:extLst>
          </p:cNvPr>
          <p:cNvGrpSpPr/>
          <p:nvPr userDrawn="1"/>
        </p:nvGrpSpPr>
        <p:grpSpPr>
          <a:xfrm>
            <a:off x="449208" y="2099702"/>
            <a:ext cx="322512" cy="321300"/>
            <a:chOff x="4768092" y="816978"/>
            <a:chExt cx="430016" cy="428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EF517F3-D812-DD6A-8811-607912F70134}"/>
                </a:ext>
              </a:extLst>
            </p:cNvPr>
            <p:cNvSpPr/>
            <p:nvPr userDrawn="1"/>
          </p:nvSpPr>
          <p:spPr>
            <a:xfrm>
              <a:off x="4768092" y="816978"/>
              <a:ext cx="430016" cy="4284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16" name="Graphic 15" descr="Checkmark outline">
              <a:extLst>
                <a:ext uri="{FF2B5EF4-FFF2-40B4-BE49-F238E27FC236}">
                  <a16:creationId xmlns:a16="http://schemas.microsoft.com/office/drawing/2014/main" id="{EED0A4C7-502F-2547-AF90-355CE1AFBA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857100" y="905178"/>
              <a:ext cx="252000" cy="252000"/>
            </a:xfrm>
            <a:prstGeom prst="rect">
              <a:avLst/>
            </a:prstGeom>
          </p:spPr>
        </p:pic>
      </p:grpSp>
      <p:sp>
        <p:nvSpPr>
          <p:cNvPr id="17" name="Footer Placeholder">
            <a:extLst>
              <a:ext uri="{FF2B5EF4-FFF2-40B4-BE49-F238E27FC236}">
                <a16:creationId xmlns:a16="http://schemas.microsoft.com/office/drawing/2014/main" id="{99EF999D-B22E-F0A3-F848-5E6BA7CFE1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DBF5117-3F91-AA73-CD00-7233F12378BF}"/>
              </a:ext>
            </a:extLst>
          </p:cNvPr>
          <p:cNvGrpSpPr/>
          <p:nvPr userDrawn="1"/>
        </p:nvGrpSpPr>
        <p:grpSpPr>
          <a:xfrm>
            <a:off x="4648070" y="2099702"/>
            <a:ext cx="322512" cy="321300"/>
            <a:chOff x="4768092" y="816978"/>
            <a:chExt cx="430016" cy="4284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1DE9AD2-6C8A-E87C-10C0-396FCF20201C}"/>
                </a:ext>
              </a:extLst>
            </p:cNvPr>
            <p:cNvSpPr/>
            <p:nvPr userDrawn="1"/>
          </p:nvSpPr>
          <p:spPr>
            <a:xfrm>
              <a:off x="4768092" y="816978"/>
              <a:ext cx="430016" cy="4284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21" name="Graphic 20" descr="Checkmark outline">
              <a:extLst>
                <a:ext uri="{FF2B5EF4-FFF2-40B4-BE49-F238E27FC236}">
                  <a16:creationId xmlns:a16="http://schemas.microsoft.com/office/drawing/2014/main" id="{BFE9A82A-8489-3E00-EA74-516B2C4DEF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857100" y="905178"/>
              <a:ext cx="252000" cy="252000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DB1B740-9754-DD1F-B83A-FDA32EC52942}"/>
              </a:ext>
            </a:extLst>
          </p:cNvPr>
          <p:cNvGrpSpPr/>
          <p:nvPr userDrawn="1"/>
        </p:nvGrpSpPr>
        <p:grpSpPr>
          <a:xfrm>
            <a:off x="449208" y="3166163"/>
            <a:ext cx="322512" cy="321300"/>
            <a:chOff x="4768092" y="816978"/>
            <a:chExt cx="430016" cy="42840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414F8FD-12AD-BA46-B406-FD5E86727ED3}"/>
                </a:ext>
              </a:extLst>
            </p:cNvPr>
            <p:cNvSpPr/>
            <p:nvPr userDrawn="1"/>
          </p:nvSpPr>
          <p:spPr>
            <a:xfrm>
              <a:off x="4768092" y="816978"/>
              <a:ext cx="430016" cy="4284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26" name="Graphic 25" descr="Checkmark outline">
              <a:extLst>
                <a:ext uri="{FF2B5EF4-FFF2-40B4-BE49-F238E27FC236}">
                  <a16:creationId xmlns:a16="http://schemas.microsoft.com/office/drawing/2014/main" id="{94F72BD7-86DB-B1BF-EB1B-BF0BC6387CE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857100" y="905178"/>
              <a:ext cx="252000" cy="252000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0452DB7-B602-7A21-FC1B-D8448D12BA53}"/>
              </a:ext>
            </a:extLst>
          </p:cNvPr>
          <p:cNvGrpSpPr/>
          <p:nvPr userDrawn="1"/>
        </p:nvGrpSpPr>
        <p:grpSpPr>
          <a:xfrm>
            <a:off x="4648070" y="3166163"/>
            <a:ext cx="322512" cy="321300"/>
            <a:chOff x="4768092" y="816978"/>
            <a:chExt cx="430016" cy="4284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885FED1-6C61-9EAD-602C-D20EFD8B6463}"/>
                </a:ext>
              </a:extLst>
            </p:cNvPr>
            <p:cNvSpPr/>
            <p:nvPr userDrawn="1"/>
          </p:nvSpPr>
          <p:spPr>
            <a:xfrm>
              <a:off x="4768092" y="816978"/>
              <a:ext cx="430016" cy="4284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29" name="Graphic 28" descr="Checkmark outline">
              <a:extLst>
                <a:ext uri="{FF2B5EF4-FFF2-40B4-BE49-F238E27FC236}">
                  <a16:creationId xmlns:a16="http://schemas.microsoft.com/office/drawing/2014/main" id="{10D9B2E1-797F-4FA8-E158-993E1EB277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857100" y="905178"/>
              <a:ext cx="252000" cy="25200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8A5B666-2E67-A4E7-2BE1-92AFE64DB9A2}"/>
              </a:ext>
            </a:extLst>
          </p:cNvPr>
          <p:cNvGrpSpPr/>
          <p:nvPr userDrawn="1"/>
        </p:nvGrpSpPr>
        <p:grpSpPr>
          <a:xfrm>
            <a:off x="449208" y="4232737"/>
            <a:ext cx="322512" cy="321300"/>
            <a:chOff x="4768092" y="816978"/>
            <a:chExt cx="430016" cy="4284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80FD981-4939-D22C-0897-0E828C854CC1}"/>
                </a:ext>
              </a:extLst>
            </p:cNvPr>
            <p:cNvSpPr/>
            <p:nvPr userDrawn="1"/>
          </p:nvSpPr>
          <p:spPr>
            <a:xfrm>
              <a:off x="4768092" y="816978"/>
              <a:ext cx="430016" cy="4284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32" name="Graphic 31" descr="Checkmark outline">
              <a:extLst>
                <a:ext uri="{FF2B5EF4-FFF2-40B4-BE49-F238E27FC236}">
                  <a16:creationId xmlns:a16="http://schemas.microsoft.com/office/drawing/2014/main" id="{D5760DF4-146E-42F8-6E04-A86BB9DECB6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857100" y="905178"/>
              <a:ext cx="252000" cy="25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750692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V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3" y="1904536"/>
            <a:ext cx="2803283" cy="1772793"/>
          </a:xfrm>
          <a:prstGeom prst="rect">
            <a:avLst/>
          </a:prstGeom>
        </p:spPr>
        <p:txBody>
          <a:bodyPr vert="horz" wrap="square" lIns="0" tIns="0" rIns="432000" bIns="0" rtlCol="0" anchor="ctr" anchorCtr="0">
            <a:sp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25169ED8-14D4-3038-DE30-41232737597E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3907257" y="612960"/>
            <a:ext cx="4796212" cy="623248"/>
          </a:xfrm>
        </p:spPr>
        <p:txBody>
          <a:bodyPr wrap="square" lIns="180000" tIns="0" rIns="43200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98FD74-A2EA-9611-73A8-7B5539142735}"/>
              </a:ext>
            </a:extLst>
          </p:cNvPr>
          <p:cNvCxnSpPr>
            <a:cxnSpLocks/>
          </p:cNvCxnSpPr>
          <p:nvPr userDrawn="1"/>
        </p:nvCxnSpPr>
        <p:spPr>
          <a:xfrm>
            <a:off x="3249216" y="438150"/>
            <a:ext cx="0" cy="4704659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73C8445-8321-9ABA-3EB9-2CBD13960308}"/>
              </a:ext>
            </a:extLst>
          </p:cNvPr>
          <p:cNvGrpSpPr/>
          <p:nvPr userDrawn="1"/>
        </p:nvGrpSpPr>
        <p:grpSpPr>
          <a:xfrm>
            <a:off x="3576069" y="763934"/>
            <a:ext cx="322512" cy="321300"/>
            <a:chOff x="4768092" y="816978"/>
            <a:chExt cx="430016" cy="4284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0207E62-CDB0-1785-063E-E060DFECC6B9}"/>
                </a:ext>
              </a:extLst>
            </p:cNvPr>
            <p:cNvSpPr/>
            <p:nvPr userDrawn="1"/>
          </p:nvSpPr>
          <p:spPr>
            <a:xfrm>
              <a:off x="4768092" y="816978"/>
              <a:ext cx="430016" cy="4284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18" name="Graphic 17" descr="Checkmark outline">
              <a:extLst>
                <a:ext uri="{FF2B5EF4-FFF2-40B4-BE49-F238E27FC236}">
                  <a16:creationId xmlns:a16="http://schemas.microsoft.com/office/drawing/2014/main" id="{63108904-AC0E-670D-B9E1-090361BDFD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857100" y="905178"/>
              <a:ext cx="252000" cy="252000"/>
            </a:xfrm>
            <a:prstGeom prst="rect">
              <a:avLst/>
            </a:prstGeom>
          </p:spPr>
        </p:pic>
      </p:grpSp>
      <p:sp>
        <p:nvSpPr>
          <p:cNvPr id="51" name="Subtitle Placeholder">
            <a:extLst>
              <a:ext uri="{FF2B5EF4-FFF2-40B4-BE49-F238E27FC236}">
                <a16:creationId xmlns:a16="http://schemas.microsoft.com/office/drawing/2014/main" id="{13C8BE76-CFFC-E018-C975-32281471FB65}"/>
              </a:ext>
            </a:extLst>
          </p:cNvPr>
          <p:cNvSpPr>
            <a:spLocks noGrp="1"/>
          </p:cNvSpPr>
          <p:nvPr userDrawn="1">
            <p:ph type="body" idx="32" hasCustomPrompt="1"/>
          </p:nvPr>
        </p:nvSpPr>
        <p:spPr>
          <a:xfrm>
            <a:off x="3898581" y="1480301"/>
            <a:ext cx="4796212" cy="623700"/>
          </a:xfrm>
        </p:spPr>
        <p:txBody>
          <a:bodyPr wrap="square" lIns="180000" tIns="0" rIns="43200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5" name="Subtitle Placeholder">
            <a:extLst>
              <a:ext uri="{FF2B5EF4-FFF2-40B4-BE49-F238E27FC236}">
                <a16:creationId xmlns:a16="http://schemas.microsoft.com/office/drawing/2014/main" id="{96EFF386-2CDA-8A15-2E16-AE1D7A1EE1E3}"/>
              </a:ext>
            </a:extLst>
          </p:cNvPr>
          <p:cNvSpPr>
            <a:spLocks noGrp="1"/>
          </p:cNvSpPr>
          <p:nvPr userDrawn="1">
            <p:ph type="body" idx="33" hasCustomPrompt="1"/>
          </p:nvPr>
        </p:nvSpPr>
        <p:spPr>
          <a:xfrm>
            <a:off x="3898581" y="2348093"/>
            <a:ext cx="4796212" cy="623700"/>
          </a:xfrm>
        </p:spPr>
        <p:txBody>
          <a:bodyPr wrap="square" lIns="180000" tIns="0" rIns="43200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5" name="Subtitle Placeholder">
            <a:extLst>
              <a:ext uri="{FF2B5EF4-FFF2-40B4-BE49-F238E27FC236}">
                <a16:creationId xmlns:a16="http://schemas.microsoft.com/office/drawing/2014/main" id="{B3E38276-7EA7-B862-F3A2-DFE1A9E146D7}"/>
              </a:ext>
            </a:extLst>
          </p:cNvPr>
          <p:cNvSpPr>
            <a:spLocks noGrp="1"/>
          </p:cNvSpPr>
          <p:nvPr userDrawn="1">
            <p:ph type="body" idx="34" hasCustomPrompt="1"/>
          </p:nvPr>
        </p:nvSpPr>
        <p:spPr>
          <a:xfrm>
            <a:off x="3898581" y="3215886"/>
            <a:ext cx="4796212" cy="623700"/>
          </a:xfrm>
        </p:spPr>
        <p:txBody>
          <a:bodyPr wrap="square" lIns="180000" tIns="0" rIns="43200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66" name="Subtitle Placeholder">
            <a:extLst>
              <a:ext uri="{FF2B5EF4-FFF2-40B4-BE49-F238E27FC236}">
                <a16:creationId xmlns:a16="http://schemas.microsoft.com/office/drawing/2014/main" id="{D37B730D-1FF1-01D9-0527-0CB546B4B881}"/>
              </a:ext>
            </a:extLst>
          </p:cNvPr>
          <p:cNvSpPr>
            <a:spLocks noGrp="1"/>
          </p:cNvSpPr>
          <p:nvPr userDrawn="1">
            <p:ph type="body" idx="35" hasCustomPrompt="1"/>
          </p:nvPr>
        </p:nvSpPr>
        <p:spPr>
          <a:xfrm>
            <a:off x="3898581" y="4083680"/>
            <a:ext cx="4796212" cy="623700"/>
          </a:xfrm>
        </p:spPr>
        <p:txBody>
          <a:bodyPr wrap="square" lIns="180000" tIns="0" rIns="43200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45A81C9-2B3A-CDC2-ED51-1313E6C4361D}"/>
              </a:ext>
            </a:extLst>
          </p:cNvPr>
          <p:cNvGrpSpPr/>
          <p:nvPr userDrawn="1"/>
        </p:nvGrpSpPr>
        <p:grpSpPr>
          <a:xfrm>
            <a:off x="3576069" y="4234880"/>
            <a:ext cx="322512" cy="321300"/>
            <a:chOff x="4768092" y="816978"/>
            <a:chExt cx="430016" cy="4284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D966C20-F49B-D9CA-E707-E749BFDAC66B}"/>
                </a:ext>
              </a:extLst>
            </p:cNvPr>
            <p:cNvSpPr/>
            <p:nvPr userDrawn="1"/>
          </p:nvSpPr>
          <p:spPr>
            <a:xfrm>
              <a:off x="4768092" y="816978"/>
              <a:ext cx="430016" cy="4284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21" name="Graphic 20" descr="Checkmark outline">
              <a:extLst>
                <a:ext uri="{FF2B5EF4-FFF2-40B4-BE49-F238E27FC236}">
                  <a16:creationId xmlns:a16="http://schemas.microsoft.com/office/drawing/2014/main" id="{66BD2B2F-DCB1-CE36-DA63-1D6172D56A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857100" y="905178"/>
              <a:ext cx="252000" cy="2520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BD398FC-F320-756B-DB4E-45C53CB105AA}"/>
              </a:ext>
            </a:extLst>
          </p:cNvPr>
          <p:cNvGrpSpPr/>
          <p:nvPr userDrawn="1"/>
        </p:nvGrpSpPr>
        <p:grpSpPr>
          <a:xfrm>
            <a:off x="3576069" y="3367143"/>
            <a:ext cx="322512" cy="321300"/>
            <a:chOff x="4768092" y="816978"/>
            <a:chExt cx="430016" cy="4284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9011091-58CF-2604-135B-223217B6E77B}"/>
                </a:ext>
              </a:extLst>
            </p:cNvPr>
            <p:cNvSpPr/>
            <p:nvPr userDrawn="1"/>
          </p:nvSpPr>
          <p:spPr>
            <a:xfrm>
              <a:off x="4768092" y="816978"/>
              <a:ext cx="430016" cy="4284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28" name="Graphic 27" descr="Checkmark outline">
              <a:extLst>
                <a:ext uri="{FF2B5EF4-FFF2-40B4-BE49-F238E27FC236}">
                  <a16:creationId xmlns:a16="http://schemas.microsoft.com/office/drawing/2014/main" id="{6608AF54-2AC1-AA79-EA84-9D7EE167C4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857100" y="905178"/>
              <a:ext cx="252000" cy="25200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5010AF1-96F4-3672-15F5-99F614579230}"/>
              </a:ext>
            </a:extLst>
          </p:cNvPr>
          <p:cNvGrpSpPr/>
          <p:nvPr userDrawn="1"/>
        </p:nvGrpSpPr>
        <p:grpSpPr>
          <a:xfrm>
            <a:off x="3576069" y="2499407"/>
            <a:ext cx="322512" cy="321300"/>
            <a:chOff x="4768092" y="816978"/>
            <a:chExt cx="430016" cy="42840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BD693B5-8812-80F0-8A46-6A61EF2245D3}"/>
                </a:ext>
              </a:extLst>
            </p:cNvPr>
            <p:cNvSpPr/>
            <p:nvPr userDrawn="1"/>
          </p:nvSpPr>
          <p:spPr>
            <a:xfrm>
              <a:off x="4768092" y="816978"/>
              <a:ext cx="430016" cy="4284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31" name="Graphic 30" descr="Checkmark outline">
              <a:extLst>
                <a:ext uri="{FF2B5EF4-FFF2-40B4-BE49-F238E27FC236}">
                  <a16:creationId xmlns:a16="http://schemas.microsoft.com/office/drawing/2014/main" id="{B62D0CFE-B7A8-412E-5CA4-65B0F6EFA4A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857100" y="905178"/>
              <a:ext cx="252000" cy="25200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D6B890F-713A-7B1F-A735-8907C37BCD7B}"/>
              </a:ext>
            </a:extLst>
          </p:cNvPr>
          <p:cNvGrpSpPr/>
          <p:nvPr userDrawn="1"/>
        </p:nvGrpSpPr>
        <p:grpSpPr>
          <a:xfrm>
            <a:off x="3576069" y="1631670"/>
            <a:ext cx="322512" cy="321300"/>
            <a:chOff x="4768092" y="816978"/>
            <a:chExt cx="430016" cy="4284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EC4E88A7-A9EE-A478-E7B8-28F61865596B}"/>
                </a:ext>
              </a:extLst>
            </p:cNvPr>
            <p:cNvSpPr/>
            <p:nvPr userDrawn="1"/>
          </p:nvSpPr>
          <p:spPr>
            <a:xfrm>
              <a:off x="4768092" y="816978"/>
              <a:ext cx="430016" cy="4284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pic>
          <p:nvPicPr>
            <p:cNvPr id="34" name="Graphic 33" descr="Checkmark outline">
              <a:extLst>
                <a:ext uri="{FF2B5EF4-FFF2-40B4-BE49-F238E27FC236}">
                  <a16:creationId xmlns:a16="http://schemas.microsoft.com/office/drawing/2014/main" id="{73AC8BC2-EF21-56D9-A1C7-289C6B8EC7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4857100" y="905178"/>
              <a:ext cx="252000" cy="25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795293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3" y="870348"/>
            <a:ext cx="5292000" cy="1329595"/>
          </a:xfrm>
          <a:prstGeom prst="rect">
            <a:avLst/>
          </a:prstGeom>
        </p:spPr>
        <p:txBody>
          <a:bodyPr vert="horz" wrap="square" lIns="0" tIns="0" rIns="360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8C999338-3CE5-A997-938C-DC2A4A886FDC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056709" y="870347"/>
            <a:ext cx="2646760" cy="1344359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ru-R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8BCF2D5E-9CBE-B8D5-DB2E-37E20FC40A80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445932" y="2571750"/>
            <a:ext cx="8257537" cy="2133600"/>
          </a:xfrm>
        </p:spPr>
        <p:txBody>
          <a:bodyPr/>
          <a:lstStyle/>
          <a:p>
            <a:endParaRPr lang="ru-RU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CA7E5C4-AAEC-041C-D302-0ADD55F0AF57}"/>
              </a:ext>
            </a:extLst>
          </p:cNvPr>
          <p:cNvCxnSpPr>
            <a:cxnSpLocks/>
          </p:cNvCxnSpPr>
          <p:nvPr userDrawn="1"/>
        </p:nvCxnSpPr>
        <p:spPr>
          <a:xfrm>
            <a:off x="0" y="23812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04EA22-F75C-316A-CD50-35821F2A80A9}"/>
              </a:ext>
            </a:extLst>
          </p:cNvPr>
          <p:cNvCxnSpPr>
            <a:cxnSpLocks/>
          </p:cNvCxnSpPr>
          <p:nvPr userDrawn="1"/>
        </p:nvCxnSpPr>
        <p:spPr>
          <a:xfrm>
            <a:off x="5894785" y="438150"/>
            <a:ext cx="0" cy="19431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6764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V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3" y="870347"/>
            <a:ext cx="5291935" cy="1328400"/>
          </a:xfrm>
          <a:prstGeom prst="rect">
            <a:avLst/>
          </a:prstGeom>
        </p:spPr>
        <p:txBody>
          <a:bodyPr vert="horz" wrap="square" lIns="0" tIns="0" rIns="360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8C999338-3CE5-A997-938C-DC2A4A886FDC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056709" y="870347"/>
            <a:ext cx="2646760" cy="1344359"/>
          </a:xfr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ru-RU" dirty="0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8BCF2D5E-9CBE-B8D5-DB2E-37E20FC40A80}"/>
              </a:ext>
            </a:extLst>
          </p:cNvPr>
          <p:cNvSpPr>
            <a:spLocks noGrp="1"/>
          </p:cNvSpPr>
          <p:nvPr>
            <p:ph type="tbl" sz="quarter" idx="29"/>
          </p:nvPr>
        </p:nvSpPr>
        <p:spPr>
          <a:xfrm>
            <a:off x="445932" y="2571750"/>
            <a:ext cx="8257537" cy="2133600"/>
          </a:xfrm>
        </p:spPr>
        <p:txBody>
          <a:bodyPr/>
          <a:lstStyle/>
          <a:p>
            <a:endParaRPr lang="ru-RU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9625A7-8C30-2EB3-CF6C-20163A84E30B}"/>
              </a:ext>
            </a:extLst>
          </p:cNvPr>
          <p:cNvCxnSpPr>
            <a:cxnSpLocks/>
          </p:cNvCxnSpPr>
          <p:nvPr userDrawn="1"/>
        </p:nvCxnSpPr>
        <p:spPr>
          <a:xfrm>
            <a:off x="0" y="2381250"/>
            <a:ext cx="9144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E7DF-594B-B2BF-6751-C0D1DE2149DE}"/>
              </a:ext>
            </a:extLst>
          </p:cNvPr>
          <p:cNvCxnSpPr>
            <a:cxnSpLocks/>
          </p:cNvCxnSpPr>
          <p:nvPr userDrawn="1"/>
        </p:nvCxnSpPr>
        <p:spPr>
          <a:xfrm>
            <a:off x="5894785" y="438150"/>
            <a:ext cx="0" cy="19431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7414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0" tIns="0" rIns="432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3421295"/>
            <a:ext cx="3963980" cy="425859"/>
          </a:xfrm>
        </p:spPr>
        <p:txBody>
          <a:bodyPr wrap="square" lIns="0" tIns="216000" rIns="216000" bIns="0" anchor="b" anchorCtr="0">
            <a:sp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867539"/>
            <a:ext cx="3963979" cy="844452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4572000" y="1918639"/>
            <a:ext cx="0" cy="322486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734090" y="3421295"/>
            <a:ext cx="3807376" cy="425859"/>
          </a:xfrm>
        </p:spPr>
        <p:txBody>
          <a:bodyPr wrap="square" lIns="216000" tIns="216000" rIns="216000" bIns="0" anchor="b" anchorCtr="0">
            <a:sp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4734090" y="3867780"/>
            <a:ext cx="3807375" cy="8451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AEA327-EB09-B07E-43C1-862907F6CA3F}"/>
              </a:ext>
            </a:extLst>
          </p:cNvPr>
          <p:cNvCxnSpPr>
            <a:cxnSpLocks/>
          </p:cNvCxnSpPr>
          <p:nvPr userDrawn="1"/>
        </p:nvCxnSpPr>
        <p:spPr>
          <a:xfrm>
            <a:off x="0" y="1918639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4CEA5A9-A2F2-6880-43C1-EB28047BC9C8}"/>
              </a:ext>
            </a:extLst>
          </p:cNvPr>
          <p:cNvSpPr/>
          <p:nvPr userDrawn="1"/>
        </p:nvSpPr>
        <p:spPr>
          <a:xfrm>
            <a:off x="499367" y="2166014"/>
            <a:ext cx="1254604" cy="1254604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20" name="Circle">
            <a:extLst>
              <a:ext uri="{FF2B5EF4-FFF2-40B4-BE49-F238E27FC236}">
                <a16:creationId xmlns:a16="http://schemas.microsoft.com/office/drawing/2014/main" id="{AFB7CCD2-435B-6422-2260-1F0E6FB0DE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99367" y="2166014"/>
            <a:ext cx="1254604" cy="1254604"/>
          </a:xfrm>
          <a:prstGeom prst="arc">
            <a:avLst>
              <a:gd name="adj1" fmla="val 16200000"/>
              <a:gd name="adj2" fmla="val 13391445"/>
            </a:avLst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1" name="Percent Placeholder">
            <a:extLst>
              <a:ext uri="{FF2B5EF4-FFF2-40B4-BE49-F238E27FC236}">
                <a16:creationId xmlns:a16="http://schemas.microsoft.com/office/drawing/2014/main" id="{8FD94D1D-16A2-A013-2229-1EE7456D27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7157" y="2491748"/>
            <a:ext cx="999023" cy="603134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1F3363-8CE1-86A6-4F57-70D2D6F74D97}"/>
              </a:ext>
            </a:extLst>
          </p:cNvPr>
          <p:cNvSpPr/>
          <p:nvPr userDrawn="1"/>
        </p:nvSpPr>
        <p:spPr>
          <a:xfrm>
            <a:off x="4956285" y="2166014"/>
            <a:ext cx="1254604" cy="1254604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24" name="Circle">
            <a:extLst>
              <a:ext uri="{FF2B5EF4-FFF2-40B4-BE49-F238E27FC236}">
                <a16:creationId xmlns:a16="http://schemas.microsoft.com/office/drawing/2014/main" id="{24ACDDAE-0DD8-FD5F-9E4C-7CEEDDB856B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56285" y="2166014"/>
            <a:ext cx="1254604" cy="1254604"/>
          </a:xfrm>
          <a:prstGeom prst="arc">
            <a:avLst>
              <a:gd name="adj1" fmla="val 16200000"/>
              <a:gd name="adj2" fmla="val 13391445"/>
            </a:avLst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5" name="Percent Placeholder">
            <a:extLst>
              <a:ext uri="{FF2B5EF4-FFF2-40B4-BE49-F238E27FC236}">
                <a16:creationId xmlns:a16="http://schemas.microsoft.com/office/drawing/2014/main" id="{BCF92CC7-3CFF-046C-D1E1-875B7D3360D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84075" y="2491748"/>
            <a:ext cx="999023" cy="603134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2538813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3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3495494"/>
            <a:ext cx="2641361" cy="207749"/>
          </a:xfrm>
        </p:spPr>
        <p:txBody>
          <a:bodyPr wrap="square" lIns="0" tIns="0" rIns="216000" bIns="0" anchor="b" anchorCtr="0">
            <a:sp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723326"/>
            <a:ext cx="2641360" cy="1039500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3168187" y="1918639"/>
            <a:ext cx="0" cy="322486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249082" y="3287443"/>
            <a:ext cx="2641361" cy="415499"/>
          </a:xfrm>
        </p:spPr>
        <p:txBody>
          <a:bodyPr wrap="square" lIns="216000" tIns="0" rIns="216000" bIns="0" anchor="b" anchorCtr="0">
            <a:sp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249082" y="3723566"/>
            <a:ext cx="2641360" cy="10395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62110" y="3495494"/>
            <a:ext cx="2641361" cy="207749"/>
          </a:xfrm>
        </p:spPr>
        <p:txBody>
          <a:bodyPr wrap="square" lIns="216000" tIns="0" rIns="0" bIns="0" anchor="b" anchorCtr="0">
            <a:sp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062109" y="3732246"/>
            <a:ext cx="2641360" cy="10395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16B9EA-7A6C-2515-FC5B-FDEF4798CB0F}"/>
              </a:ext>
            </a:extLst>
          </p:cNvPr>
          <p:cNvCxnSpPr>
            <a:cxnSpLocks/>
          </p:cNvCxnSpPr>
          <p:nvPr userDrawn="1"/>
        </p:nvCxnSpPr>
        <p:spPr>
          <a:xfrm>
            <a:off x="5976276" y="1918639"/>
            <a:ext cx="0" cy="322486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0" tIns="0" rIns="432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0" y="1918639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DAFB69F-8117-0986-CD1C-B6D10F5AE99C}"/>
              </a:ext>
            </a:extLst>
          </p:cNvPr>
          <p:cNvSpPr/>
          <p:nvPr userDrawn="1"/>
        </p:nvSpPr>
        <p:spPr>
          <a:xfrm>
            <a:off x="498764" y="2177586"/>
            <a:ext cx="1063786" cy="1063786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1C2DF75D-F5E0-1909-3C1F-25DB50DC9F1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8764" y="2177586"/>
            <a:ext cx="1063786" cy="1063786"/>
          </a:xfrm>
          <a:prstGeom prst="arc">
            <a:avLst>
              <a:gd name="adj1" fmla="val 16200000"/>
              <a:gd name="adj2" fmla="val 13391445"/>
            </a:avLst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7" name="Percent Placeholder">
            <a:extLst>
              <a:ext uri="{FF2B5EF4-FFF2-40B4-BE49-F238E27FC236}">
                <a16:creationId xmlns:a16="http://schemas.microsoft.com/office/drawing/2014/main" id="{5CA6263F-F853-4DC0-86B2-9E311AB9B0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7118" y="2453779"/>
            <a:ext cx="847078" cy="511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3FCC7F8-6B87-C305-8074-A6576D812290}"/>
              </a:ext>
            </a:extLst>
          </p:cNvPr>
          <p:cNvSpPr/>
          <p:nvPr userDrawn="1"/>
        </p:nvSpPr>
        <p:spPr>
          <a:xfrm>
            <a:off x="3451143" y="2177586"/>
            <a:ext cx="1063786" cy="1063786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24" name="Circle">
            <a:extLst>
              <a:ext uri="{FF2B5EF4-FFF2-40B4-BE49-F238E27FC236}">
                <a16:creationId xmlns:a16="http://schemas.microsoft.com/office/drawing/2014/main" id="{BFF7EAEE-F5BC-1038-38A1-C5C934C33A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51143" y="2177586"/>
            <a:ext cx="1063786" cy="1063786"/>
          </a:xfrm>
          <a:prstGeom prst="arc">
            <a:avLst>
              <a:gd name="adj1" fmla="val 16200000"/>
              <a:gd name="adj2" fmla="val 13391445"/>
            </a:avLst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6" name="Percent Placeholder">
            <a:extLst>
              <a:ext uri="{FF2B5EF4-FFF2-40B4-BE49-F238E27FC236}">
                <a16:creationId xmlns:a16="http://schemas.microsoft.com/office/drawing/2014/main" id="{37448094-BAEF-078A-8B3B-1AD8168D054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59497" y="2453779"/>
            <a:ext cx="847078" cy="511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41054B7-61B3-919A-1758-2F84CBC88B45}"/>
              </a:ext>
            </a:extLst>
          </p:cNvPr>
          <p:cNvSpPr/>
          <p:nvPr userDrawn="1"/>
        </p:nvSpPr>
        <p:spPr>
          <a:xfrm>
            <a:off x="6255968" y="2177586"/>
            <a:ext cx="1063786" cy="1063786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C306A7B3-7F59-0E14-3E4D-1EA87CCCD0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55968" y="2177586"/>
            <a:ext cx="1063786" cy="1063786"/>
          </a:xfrm>
          <a:prstGeom prst="arc">
            <a:avLst>
              <a:gd name="adj1" fmla="val 16200000"/>
              <a:gd name="adj2" fmla="val 13391445"/>
            </a:avLst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30" name="Percent Placeholder">
            <a:extLst>
              <a:ext uri="{FF2B5EF4-FFF2-40B4-BE49-F238E27FC236}">
                <a16:creationId xmlns:a16="http://schemas.microsoft.com/office/drawing/2014/main" id="{424BC114-5985-A033-AAEB-A0E551D37B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364322" y="2453779"/>
            <a:ext cx="847078" cy="511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3515867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4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0" tIns="0" rIns="432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DAFB69F-8117-0986-CD1C-B6D10F5AE99C}"/>
              </a:ext>
            </a:extLst>
          </p:cNvPr>
          <p:cNvSpPr/>
          <p:nvPr userDrawn="1"/>
        </p:nvSpPr>
        <p:spPr>
          <a:xfrm>
            <a:off x="498764" y="1974962"/>
            <a:ext cx="1063786" cy="1063786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16" name="Circle">
            <a:extLst>
              <a:ext uri="{FF2B5EF4-FFF2-40B4-BE49-F238E27FC236}">
                <a16:creationId xmlns:a16="http://schemas.microsoft.com/office/drawing/2014/main" id="{1C2DF75D-F5E0-1909-3C1F-25DB50DC9F1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98764" y="1974962"/>
            <a:ext cx="1063786" cy="1063786"/>
          </a:xfrm>
          <a:prstGeom prst="arc">
            <a:avLst>
              <a:gd name="adj1" fmla="val 16200000"/>
              <a:gd name="adj2" fmla="val 13391445"/>
            </a:avLst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17" name="Percent Placeholder">
            <a:extLst>
              <a:ext uri="{FF2B5EF4-FFF2-40B4-BE49-F238E27FC236}">
                <a16:creationId xmlns:a16="http://schemas.microsoft.com/office/drawing/2014/main" id="{5CA6263F-F853-4DC0-86B2-9E311AB9B0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7118" y="2251155"/>
            <a:ext cx="847078" cy="511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3FCC7F8-6B87-C305-8074-A6576D812290}"/>
              </a:ext>
            </a:extLst>
          </p:cNvPr>
          <p:cNvSpPr/>
          <p:nvPr userDrawn="1"/>
        </p:nvSpPr>
        <p:spPr>
          <a:xfrm>
            <a:off x="2702083" y="1974962"/>
            <a:ext cx="1063786" cy="1063786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24" name="Circle">
            <a:extLst>
              <a:ext uri="{FF2B5EF4-FFF2-40B4-BE49-F238E27FC236}">
                <a16:creationId xmlns:a16="http://schemas.microsoft.com/office/drawing/2014/main" id="{BFF7EAEE-F5BC-1038-38A1-C5C934C33A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02083" y="1974962"/>
            <a:ext cx="1063786" cy="1063786"/>
          </a:xfrm>
          <a:prstGeom prst="arc">
            <a:avLst>
              <a:gd name="adj1" fmla="val 16200000"/>
              <a:gd name="adj2" fmla="val 13391445"/>
            </a:avLst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26" name="Percent Placeholder">
            <a:extLst>
              <a:ext uri="{FF2B5EF4-FFF2-40B4-BE49-F238E27FC236}">
                <a16:creationId xmlns:a16="http://schemas.microsoft.com/office/drawing/2014/main" id="{37448094-BAEF-078A-8B3B-1AD8168D054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10437" y="2251155"/>
            <a:ext cx="847078" cy="511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41054B7-61B3-919A-1758-2F84CBC88B45}"/>
              </a:ext>
            </a:extLst>
          </p:cNvPr>
          <p:cNvSpPr/>
          <p:nvPr userDrawn="1"/>
        </p:nvSpPr>
        <p:spPr>
          <a:xfrm>
            <a:off x="4767102" y="1974962"/>
            <a:ext cx="1063786" cy="1063786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29" name="Circle">
            <a:extLst>
              <a:ext uri="{FF2B5EF4-FFF2-40B4-BE49-F238E27FC236}">
                <a16:creationId xmlns:a16="http://schemas.microsoft.com/office/drawing/2014/main" id="{C306A7B3-7F59-0E14-3E4D-1EA87CCCD0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767102" y="1974962"/>
            <a:ext cx="1063786" cy="1063786"/>
          </a:xfrm>
          <a:prstGeom prst="arc">
            <a:avLst>
              <a:gd name="adj1" fmla="val 16200000"/>
              <a:gd name="adj2" fmla="val 13391445"/>
            </a:avLst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30" name="Percent Placeholder">
            <a:extLst>
              <a:ext uri="{FF2B5EF4-FFF2-40B4-BE49-F238E27FC236}">
                <a16:creationId xmlns:a16="http://schemas.microsoft.com/office/drawing/2014/main" id="{424BC114-5985-A033-AAEB-A0E551D37B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875456" y="2251155"/>
            <a:ext cx="847078" cy="511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C720BBFB-366E-5654-239B-30F26BFB41B9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442437" y="3257689"/>
            <a:ext cx="2055859" cy="415499"/>
          </a:xfrm>
        </p:spPr>
        <p:txBody>
          <a:bodyPr wrap="square" lIns="0" tIns="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5A525AF-0334-0FBA-006C-092E1B0C8207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442436" y="3693572"/>
            <a:ext cx="2055858" cy="1007100"/>
          </a:xfrm>
        </p:spPr>
        <p:txBody>
          <a:bodyPr wrap="square" lIns="0" tIns="108000" rIns="21600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6" name="Subtitle Placeholder">
            <a:extLst>
              <a:ext uri="{FF2B5EF4-FFF2-40B4-BE49-F238E27FC236}">
                <a16:creationId xmlns:a16="http://schemas.microsoft.com/office/drawing/2014/main" id="{79A37A54-1967-4437-F606-26E63F058658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2507245" y="3257689"/>
            <a:ext cx="2056784" cy="415499"/>
          </a:xfrm>
        </p:spPr>
        <p:txBody>
          <a:bodyPr wrap="square" lIns="216000" tIns="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FF1426B6-5C28-746A-4155-D9842D85AFE8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2507245" y="3693572"/>
            <a:ext cx="2056784" cy="702010"/>
          </a:xfrm>
        </p:spPr>
        <p:txBody>
          <a:bodyPr wrap="square" lIns="216000" tIns="108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953628FD-7F3C-D8BF-93D0-999F30EA4BE1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572980" y="3259109"/>
            <a:ext cx="2056784" cy="415499"/>
          </a:xfrm>
        </p:spPr>
        <p:txBody>
          <a:bodyPr wrap="square" lIns="216000" tIns="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83E14AB9-C839-1F0E-31B4-A7E5A339D976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4572979" y="3693572"/>
            <a:ext cx="2056784" cy="702010"/>
          </a:xfrm>
        </p:spPr>
        <p:txBody>
          <a:bodyPr wrap="square" lIns="216000" tIns="108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5" name="Subtitle Placeholder">
            <a:extLst>
              <a:ext uri="{FF2B5EF4-FFF2-40B4-BE49-F238E27FC236}">
                <a16:creationId xmlns:a16="http://schemas.microsoft.com/office/drawing/2014/main" id="{12F82F7B-7F38-321C-208E-651CA4D19D44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6643190" y="3259109"/>
            <a:ext cx="2056784" cy="415499"/>
          </a:xfrm>
        </p:spPr>
        <p:txBody>
          <a:bodyPr wrap="square" lIns="216000" tIns="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3" name="Text Placeholder">
            <a:extLst>
              <a:ext uri="{FF2B5EF4-FFF2-40B4-BE49-F238E27FC236}">
                <a16:creationId xmlns:a16="http://schemas.microsoft.com/office/drawing/2014/main" id="{7857E5E9-7B52-BFCA-B0E5-4CC4E23003F3}"/>
              </a:ext>
            </a:extLst>
          </p:cNvPr>
          <p:cNvSpPr>
            <a:spLocks noGrp="1"/>
          </p:cNvSpPr>
          <p:nvPr>
            <p:ph type="body" idx="46"/>
          </p:nvPr>
        </p:nvSpPr>
        <p:spPr>
          <a:xfrm>
            <a:off x="6643189" y="3693572"/>
            <a:ext cx="2056784" cy="1008035"/>
          </a:xfrm>
        </p:spPr>
        <p:txBody>
          <a:bodyPr wrap="square" lIns="216000" tIns="108000" rIns="0" bIns="21600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1A0ACB4-8409-8FED-3D87-7C69B05FCF84}"/>
              </a:ext>
            </a:extLst>
          </p:cNvPr>
          <p:cNvSpPr/>
          <p:nvPr userDrawn="1"/>
        </p:nvSpPr>
        <p:spPr>
          <a:xfrm>
            <a:off x="6847600" y="1974962"/>
            <a:ext cx="1063786" cy="1063786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n-GB" sz="1350"/>
          </a:p>
        </p:txBody>
      </p:sp>
      <p:sp>
        <p:nvSpPr>
          <p:cNvPr id="35" name="Circle">
            <a:extLst>
              <a:ext uri="{FF2B5EF4-FFF2-40B4-BE49-F238E27FC236}">
                <a16:creationId xmlns:a16="http://schemas.microsoft.com/office/drawing/2014/main" id="{45B015D6-6DFC-E4AD-6A6B-E29AA120531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847600" y="1974962"/>
            <a:ext cx="1063786" cy="1063786"/>
          </a:xfrm>
          <a:prstGeom prst="arc">
            <a:avLst>
              <a:gd name="adj1" fmla="val 16200000"/>
              <a:gd name="adj2" fmla="val 13391445"/>
            </a:avLst>
          </a:prstGeom>
          <a:noFill/>
          <a:ln w="1270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 algn="ctr">
              <a:buNone/>
              <a:defRPr lang="en-GB" sz="750" dirty="0">
                <a:solidFill>
                  <a:sysClr val="windowText" lastClr="000000"/>
                </a:solidFill>
              </a:defRPr>
            </a:lvl1pPr>
          </a:lstStyle>
          <a:p>
            <a:pPr lvl="0" algn="ctr" defTabSz="685800"/>
            <a:r>
              <a:rPr lang="en-US" dirty="0"/>
              <a:t> </a:t>
            </a:r>
            <a:endParaRPr lang="en-GB" dirty="0"/>
          </a:p>
        </p:txBody>
      </p:sp>
      <p:sp>
        <p:nvSpPr>
          <p:cNvPr id="37" name="Percent Placeholder">
            <a:extLst>
              <a:ext uri="{FF2B5EF4-FFF2-40B4-BE49-F238E27FC236}">
                <a16:creationId xmlns:a16="http://schemas.microsoft.com/office/drawing/2014/main" id="{F8213B10-A366-8289-035A-4FFF2438CD1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955954" y="2251155"/>
            <a:ext cx="847078" cy="511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15776415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657520"/>
            <a:ext cx="4049999" cy="1772793"/>
          </a:xfrm>
          <a:prstGeom prst="rect">
            <a:avLst/>
          </a:prstGeom>
        </p:spPr>
        <p:txBody>
          <a:bodyPr vert="horz" wrap="square" lIns="0" tIns="0" rIns="216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556164"/>
            <a:ext cx="3963980" cy="57908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45932" y="3155628"/>
            <a:ext cx="3963979" cy="1620049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ru-R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4572000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AEA327-EB09-B07E-43C1-862907F6CA3F}"/>
              </a:ext>
            </a:extLst>
          </p:cNvPr>
          <p:cNvCxnSpPr>
            <a:cxnSpLocks/>
          </p:cNvCxnSpPr>
          <p:nvPr userDrawn="1"/>
        </p:nvCxnSpPr>
        <p:spPr>
          <a:xfrm>
            <a:off x="0" y="2571750"/>
            <a:ext cx="4572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49D476AD-CBE7-4998-902B-67C0EFC4FB4D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4734088" y="657519"/>
            <a:ext cx="3963428" cy="4034734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6B5BD5BF-B5D2-E754-0F26-137B28478E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322415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Chart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179" y="657520"/>
            <a:ext cx="3969290" cy="1772793"/>
          </a:xfrm>
          <a:prstGeom prst="rect">
            <a:avLst/>
          </a:prstGeom>
        </p:spPr>
        <p:txBody>
          <a:bodyPr vert="horz" wrap="square" lIns="216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734179" y="2556164"/>
            <a:ext cx="3963980" cy="57908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734179" y="3155628"/>
            <a:ext cx="3963979" cy="1620049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ru-R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4572000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AEA327-EB09-B07E-43C1-862907F6CA3F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71750"/>
            <a:ext cx="4572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49D476AD-CBE7-4998-902B-67C0EFC4FB4D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446394" y="657519"/>
            <a:ext cx="3963428" cy="4034734"/>
          </a:xfrm>
        </p:spPr>
        <p:txBody>
          <a:bodyPr/>
          <a:lstStyle/>
          <a:p>
            <a:endParaRPr lang="ru-RU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B1522D5-C24E-4B44-9C49-487868DD0FD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76939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657520"/>
            <a:ext cx="4049999" cy="1772793"/>
          </a:xfrm>
          <a:prstGeom prst="rect">
            <a:avLst/>
          </a:prstGeom>
        </p:spPr>
        <p:txBody>
          <a:bodyPr vert="horz" wrap="square" lIns="0" tIns="0" rIns="216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556164"/>
            <a:ext cx="3963980" cy="57908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45932" y="3155628"/>
            <a:ext cx="3963979" cy="1620049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ru-R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4572000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AEA327-EB09-B07E-43C1-862907F6CA3F}"/>
              </a:ext>
            </a:extLst>
          </p:cNvPr>
          <p:cNvCxnSpPr>
            <a:cxnSpLocks/>
          </p:cNvCxnSpPr>
          <p:nvPr userDrawn="1"/>
        </p:nvCxnSpPr>
        <p:spPr>
          <a:xfrm>
            <a:off x="0" y="2571750"/>
            <a:ext cx="4572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49D476AD-CBE7-4998-902B-67C0EFC4FB4D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4734088" y="657519"/>
            <a:ext cx="3963428" cy="4034734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6B5BD5BF-B5D2-E754-0F26-137B28478EC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568888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Chart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179" y="657520"/>
            <a:ext cx="3969290" cy="1772793"/>
          </a:xfrm>
          <a:prstGeom prst="rect">
            <a:avLst/>
          </a:prstGeom>
        </p:spPr>
        <p:txBody>
          <a:bodyPr vert="horz" wrap="square" lIns="216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734179" y="2556164"/>
            <a:ext cx="3963980" cy="57908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734179" y="3155628"/>
            <a:ext cx="3963979" cy="1620049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ru-R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E35D05A-D07E-B94C-EE9A-73156BEB04C0}"/>
              </a:ext>
            </a:extLst>
          </p:cNvPr>
          <p:cNvCxnSpPr>
            <a:cxnSpLocks/>
          </p:cNvCxnSpPr>
          <p:nvPr userDrawn="1"/>
        </p:nvCxnSpPr>
        <p:spPr>
          <a:xfrm>
            <a:off x="4572000" y="438150"/>
            <a:ext cx="0" cy="470535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AEA327-EB09-B07E-43C1-862907F6CA3F}"/>
              </a:ext>
            </a:extLst>
          </p:cNvPr>
          <p:cNvCxnSpPr>
            <a:cxnSpLocks/>
          </p:cNvCxnSpPr>
          <p:nvPr userDrawn="1"/>
        </p:nvCxnSpPr>
        <p:spPr>
          <a:xfrm>
            <a:off x="4572000" y="2571750"/>
            <a:ext cx="4572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49D476AD-CBE7-4998-902B-67C0EFC4FB4D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>
          <a:xfrm>
            <a:off x="446394" y="657519"/>
            <a:ext cx="3963428" cy="4034734"/>
          </a:xfrm>
        </p:spPr>
        <p:txBody>
          <a:bodyPr/>
          <a:lstStyle/>
          <a:p>
            <a:endParaRPr lang="ru-RU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6B1522D5-C24E-4B44-9C49-487868DD0FD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73297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33D1FD-CE96-121B-967D-A59C927593E5}"/>
              </a:ext>
            </a:extLst>
          </p:cNvPr>
          <p:cNvCxnSpPr>
            <a:cxnSpLocks/>
          </p:cNvCxnSpPr>
          <p:nvPr userDrawn="1"/>
        </p:nvCxnSpPr>
        <p:spPr>
          <a:xfrm>
            <a:off x="440532" y="2857293"/>
            <a:ext cx="8268338" cy="0"/>
          </a:xfrm>
          <a:prstGeom prst="line">
            <a:avLst/>
          </a:prstGeom>
          <a:ln w="12700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3123861"/>
            <a:ext cx="2641361" cy="58050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723326"/>
            <a:ext cx="2641360" cy="1039500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249082" y="3123862"/>
            <a:ext cx="2641361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249082" y="3723566"/>
            <a:ext cx="2641360" cy="10395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62110" y="3123861"/>
            <a:ext cx="2641361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062109" y="3732246"/>
            <a:ext cx="2641360" cy="10395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436245" y="1918639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1" y="2585943"/>
            <a:ext cx="2198209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Milestone Placeholder">
            <a:extLst>
              <a:ext uri="{FF2B5EF4-FFF2-40B4-BE49-F238E27FC236}">
                <a16:creationId xmlns:a16="http://schemas.microsoft.com/office/drawing/2014/main" id="{CCF4D506-62C9-60D3-EB04-50CC89D105E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45931" y="2586656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3249216" y="2585943"/>
            <a:ext cx="2198209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Milestone Placeholder">
            <a:extLst>
              <a:ext uri="{FF2B5EF4-FFF2-40B4-BE49-F238E27FC236}">
                <a16:creationId xmlns:a16="http://schemas.microsoft.com/office/drawing/2014/main" id="{FDDEF1DD-EE13-1D50-9421-93FEF54ED704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3249216" y="2586656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6062109" y="2585943"/>
            <a:ext cx="2198209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04A96BBC-4B67-DD3B-38E1-38B407D95291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6062109" y="2586656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1480489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28298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33D1FD-CE96-121B-967D-A59C927593E5}"/>
              </a:ext>
            </a:extLst>
          </p:cNvPr>
          <p:cNvCxnSpPr>
            <a:cxnSpLocks/>
          </p:cNvCxnSpPr>
          <p:nvPr userDrawn="1"/>
        </p:nvCxnSpPr>
        <p:spPr>
          <a:xfrm>
            <a:off x="440532" y="2566643"/>
            <a:ext cx="8532019" cy="0"/>
          </a:xfrm>
          <a:prstGeom prst="line">
            <a:avLst/>
          </a:prstGeom>
          <a:ln w="12700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833211"/>
            <a:ext cx="1938600" cy="58050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440545"/>
            <a:ext cx="1938600" cy="1232251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551482" y="2834631"/>
            <a:ext cx="1938600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551482" y="3441596"/>
            <a:ext cx="1938600" cy="12312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657261" y="2833211"/>
            <a:ext cx="1938600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657260" y="3441596"/>
            <a:ext cx="1938600" cy="12312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436245" y="1918639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1" y="2295293"/>
            <a:ext cx="1938600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Milestone Placeholder">
            <a:extLst>
              <a:ext uri="{FF2B5EF4-FFF2-40B4-BE49-F238E27FC236}">
                <a16:creationId xmlns:a16="http://schemas.microsoft.com/office/drawing/2014/main" id="{CCF4D506-62C9-60D3-EB04-50CC89D105E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45931" y="2296005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2551616" y="2295293"/>
            <a:ext cx="1938600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Milestone Placeholder">
            <a:extLst>
              <a:ext uri="{FF2B5EF4-FFF2-40B4-BE49-F238E27FC236}">
                <a16:creationId xmlns:a16="http://schemas.microsoft.com/office/drawing/2014/main" id="{FDDEF1DD-EE13-1D50-9421-93FEF54ED704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2551617" y="2296005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4657260" y="2295293"/>
            <a:ext cx="1938600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04A96BBC-4B67-DD3B-38E1-38B407D95291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657260" y="2296005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1480489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9C61E073-D317-96E9-F0C2-ED383C93E029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6767258" y="2833211"/>
            <a:ext cx="1938600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5C3A85F-88C2-1B9A-EC64-181AE623C4B9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6767258" y="3441596"/>
            <a:ext cx="1938600" cy="12312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38A444-E7E9-A388-B243-5EF03247D4A7}"/>
              </a:ext>
            </a:extLst>
          </p:cNvPr>
          <p:cNvSpPr/>
          <p:nvPr userDrawn="1"/>
        </p:nvSpPr>
        <p:spPr>
          <a:xfrm>
            <a:off x="6767258" y="2295293"/>
            <a:ext cx="1938600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Milestone Placeholder">
            <a:extLst>
              <a:ext uri="{FF2B5EF4-FFF2-40B4-BE49-F238E27FC236}">
                <a16:creationId xmlns:a16="http://schemas.microsoft.com/office/drawing/2014/main" id="{65AB2AEF-5260-FB99-10DD-38F676E780FB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6767258" y="2296005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4076395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3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33D1FD-CE96-121B-967D-A59C927593E5}"/>
              </a:ext>
            </a:extLst>
          </p:cNvPr>
          <p:cNvCxnSpPr>
            <a:cxnSpLocks/>
            <a:stCxn id="22" idx="3"/>
          </p:cNvCxnSpPr>
          <p:nvPr userDrawn="1"/>
        </p:nvCxnSpPr>
        <p:spPr>
          <a:xfrm>
            <a:off x="8698068" y="2470534"/>
            <a:ext cx="274482" cy="0"/>
          </a:xfrm>
          <a:prstGeom prst="line">
            <a:avLst/>
          </a:prstGeom>
          <a:ln w="12700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833211"/>
            <a:ext cx="15120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440545"/>
            <a:ext cx="1512000" cy="1232251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133666" y="2834631"/>
            <a:ext cx="1512000" cy="57908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133666" y="3441596"/>
            <a:ext cx="15120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821400" y="2833211"/>
            <a:ext cx="15120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3821400" y="3441596"/>
            <a:ext cx="15120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436245" y="1918639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1" y="2119534"/>
            <a:ext cx="1512000" cy="702000"/>
          </a:xfrm>
          <a:prstGeom prst="rightArrow">
            <a:avLst>
              <a:gd name="adj1" fmla="val 100000"/>
              <a:gd name="adj2" fmla="val 47153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Milestone Placeholder">
            <a:extLst>
              <a:ext uri="{FF2B5EF4-FFF2-40B4-BE49-F238E27FC236}">
                <a16:creationId xmlns:a16="http://schemas.microsoft.com/office/drawing/2014/main" id="{CCF4D506-62C9-60D3-EB04-50CC89D105E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45931" y="2118677"/>
            <a:ext cx="1512000" cy="702857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2133666" y="2119534"/>
            <a:ext cx="1512000" cy="702000"/>
          </a:xfrm>
          <a:prstGeom prst="rightArrow">
            <a:avLst>
              <a:gd name="adj1" fmla="val 100000"/>
              <a:gd name="adj2" fmla="val 47153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Milestone Placeholder">
            <a:extLst>
              <a:ext uri="{FF2B5EF4-FFF2-40B4-BE49-F238E27FC236}">
                <a16:creationId xmlns:a16="http://schemas.microsoft.com/office/drawing/2014/main" id="{FDDEF1DD-EE13-1D50-9421-93FEF54ED704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2133666" y="2119534"/>
            <a:ext cx="15120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3821400" y="2119534"/>
            <a:ext cx="1512000" cy="702000"/>
          </a:xfrm>
          <a:prstGeom prst="rightArrow">
            <a:avLst>
              <a:gd name="adj1" fmla="val 100000"/>
              <a:gd name="adj2" fmla="val 47153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04A96BBC-4B67-DD3B-38E1-38B407D95291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821400" y="2119534"/>
            <a:ext cx="15120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1480489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9C61E073-D317-96E9-F0C2-ED383C93E029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5509134" y="2833211"/>
            <a:ext cx="15120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5C3A85F-88C2-1B9A-EC64-181AE623C4B9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5509134" y="3441596"/>
            <a:ext cx="15120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38A444-E7E9-A388-B243-5EF03247D4A7}"/>
              </a:ext>
            </a:extLst>
          </p:cNvPr>
          <p:cNvSpPr/>
          <p:nvPr userDrawn="1"/>
        </p:nvSpPr>
        <p:spPr>
          <a:xfrm>
            <a:off x="5509134" y="2119534"/>
            <a:ext cx="1512000" cy="702000"/>
          </a:xfrm>
          <a:prstGeom prst="rightArrow">
            <a:avLst>
              <a:gd name="adj1" fmla="val 100000"/>
              <a:gd name="adj2" fmla="val 47153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Milestone Placeholder">
            <a:extLst>
              <a:ext uri="{FF2B5EF4-FFF2-40B4-BE49-F238E27FC236}">
                <a16:creationId xmlns:a16="http://schemas.microsoft.com/office/drawing/2014/main" id="{65AB2AEF-5260-FB99-10DD-38F676E780FB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509134" y="2119534"/>
            <a:ext cx="15120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F37EB20F-1EFC-593E-D893-9E82002D916F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7186068" y="3441596"/>
            <a:ext cx="15120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1E005F1B-D554-1B9B-3A14-CFA7F95B98AF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186068" y="2833211"/>
            <a:ext cx="15120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0B2555A-49CB-5F69-6BA0-4E40F28F7C9B}"/>
              </a:ext>
            </a:extLst>
          </p:cNvPr>
          <p:cNvSpPr/>
          <p:nvPr userDrawn="1"/>
        </p:nvSpPr>
        <p:spPr>
          <a:xfrm>
            <a:off x="7186068" y="2119534"/>
            <a:ext cx="1512000" cy="702000"/>
          </a:xfrm>
          <a:prstGeom prst="rightArrow">
            <a:avLst>
              <a:gd name="adj1" fmla="val 100000"/>
              <a:gd name="adj2" fmla="val 47153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4" name="Milestone Placeholder">
            <a:extLst>
              <a:ext uri="{FF2B5EF4-FFF2-40B4-BE49-F238E27FC236}">
                <a16:creationId xmlns:a16="http://schemas.microsoft.com/office/drawing/2014/main" id="{37D0F831-A5DF-4EC6-39E4-6EA1A2725200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7186068" y="2119534"/>
            <a:ext cx="15120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AB7D0C2-CB87-A77A-E267-B35D2D19482C}"/>
              </a:ext>
            </a:extLst>
          </p:cNvPr>
          <p:cNvCxnSpPr>
            <a:stCxn id="10" idx="3"/>
          </p:cNvCxnSpPr>
          <p:nvPr userDrawn="1"/>
        </p:nvCxnSpPr>
        <p:spPr>
          <a:xfrm>
            <a:off x="3645666" y="2470534"/>
            <a:ext cx="175734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E91E91D-8532-52D3-7ABF-0C5A7C4FFA3A}"/>
              </a:ext>
            </a:extLst>
          </p:cNvPr>
          <p:cNvCxnSpPr/>
          <p:nvPr userDrawn="1"/>
        </p:nvCxnSpPr>
        <p:spPr>
          <a:xfrm>
            <a:off x="5333400" y="2467616"/>
            <a:ext cx="175734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2A1111C-DE3B-389A-0267-4D3D0BEE361C}"/>
              </a:ext>
            </a:extLst>
          </p:cNvPr>
          <p:cNvCxnSpPr/>
          <p:nvPr userDrawn="1"/>
        </p:nvCxnSpPr>
        <p:spPr>
          <a:xfrm>
            <a:off x="1957931" y="2467616"/>
            <a:ext cx="175734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06DDFF3-A4D3-E54A-3895-15B027E9AB1B}"/>
              </a:ext>
            </a:extLst>
          </p:cNvPr>
          <p:cNvCxnSpPr/>
          <p:nvPr userDrawn="1"/>
        </p:nvCxnSpPr>
        <p:spPr>
          <a:xfrm>
            <a:off x="7010334" y="2466351"/>
            <a:ext cx="175734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7367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4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33D1FD-CE96-121B-967D-A59C927593E5}"/>
              </a:ext>
            </a:extLst>
          </p:cNvPr>
          <p:cNvCxnSpPr>
            <a:cxnSpLocks/>
          </p:cNvCxnSpPr>
          <p:nvPr userDrawn="1"/>
        </p:nvCxnSpPr>
        <p:spPr>
          <a:xfrm>
            <a:off x="8701878" y="2335693"/>
            <a:ext cx="270672" cy="0"/>
          </a:xfrm>
          <a:prstGeom prst="line">
            <a:avLst/>
          </a:prstGeom>
          <a:ln w="12700">
            <a:solidFill>
              <a:schemeClr val="accent4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1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FA9A3CD-4CD7-5DAF-8B41-8F5574AA12C0}"/>
              </a:ext>
            </a:extLst>
          </p:cNvPr>
          <p:cNvSpPr/>
          <p:nvPr userDrawn="1"/>
        </p:nvSpPr>
        <p:spPr>
          <a:xfrm>
            <a:off x="1848182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B8D602B-1AF7-A95B-C443-C6391C75ED34}"/>
              </a:ext>
            </a:extLst>
          </p:cNvPr>
          <p:cNvSpPr/>
          <p:nvPr userDrawn="1"/>
        </p:nvSpPr>
        <p:spPr>
          <a:xfrm>
            <a:off x="3250431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916C0D1-48F5-A931-E531-BF89F5BBAB87}"/>
              </a:ext>
            </a:extLst>
          </p:cNvPr>
          <p:cNvSpPr/>
          <p:nvPr userDrawn="1"/>
        </p:nvSpPr>
        <p:spPr>
          <a:xfrm>
            <a:off x="4652681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3E6EC0A-236D-28B2-EE18-B30F32B4E878}"/>
              </a:ext>
            </a:extLst>
          </p:cNvPr>
          <p:cNvSpPr/>
          <p:nvPr userDrawn="1"/>
        </p:nvSpPr>
        <p:spPr>
          <a:xfrm>
            <a:off x="6054930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833211"/>
            <a:ext cx="12447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440545"/>
            <a:ext cx="1244700" cy="1232251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848182" y="2834631"/>
            <a:ext cx="1244700" cy="57908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848182" y="3441596"/>
            <a:ext cx="12447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250431" y="2833211"/>
            <a:ext cx="12447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3250431" y="3441596"/>
            <a:ext cx="12447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6" name="Milestone Placeholder">
            <a:extLst>
              <a:ext uri="{FF2B5EF4-FFF2-40B4-BE49-F238E27FC236}">
                <a16:creationId xmlns:a16="http://schemas.microsoft.com/office/drawing/2014/main" id="{CCF4D506-62C9-60D3-EB04-50CC89D105E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45931" y="1971028"/>
            <a:ext cx="1244700" cy="702857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Milestone Placeholder">
            <a:extLst>
              <a:ext uri="{FF2B5EF4-FFF2-40B4-BE49-F238E27FC236}">
                <a16:creationId xmlns:a16="http://schemas.microsoft.com/office/drawing/2014/main" id="{FDDEF1DD-EE13-1D50-9421-93FEF54ED704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1848182" y="1971884"/>
            <a:ext cx="12447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04A96BBC-4B67-DD3B-38E1-38B407D95291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250431" y="1971884"/>
            <a:ext cx="12447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9C61E073-D317-96E9-F0C2-ED383C93E029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4652681" y="2833211"/>
            <a:ext cx="12447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5C3A85F-88C2-1B9A-EC64-181AE623C4B9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4652681" y="3441596"/>
            <a:ext cx="12447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Milestone Placeholder">
            <a:extLst>
              <a:ext uri="{FF2B5EF4-FFF2-40B4-BE49-F238E27FC236}">
                <a16:creationId xmlns:a16="http://schemas.microsoft.com/office/drawing/2014/main" id="{65AB2AEF-5260-FB99-10DD-38F676E780FB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652681" y="1971884"/>
            <a:ext cx="12447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F37EB20F-1EFC-593E-D893-9E82002D916F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6054930" y="3441596"/>
            <a:ext cx="12447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1E005F1B-D554-1B9B-3A14-CFA7F95B98AF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6054930" y="2833211"/>
            <a:ext cx="12447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4" name="Milestone Placeholder">
            <a:extLst>
              <a:ext uri="{FF2B5EF4-FFF2-40B4-BE49-F238E27FC236}">
                <a16:creationId xmlns:a16="http://schemas.microsoft.com/office/drawing/2014/main" id="{37D0F831-A5DF-4EC6-39E4-6EA1A2725200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6054930" y="1971884"/>
            <a:ext cx="12447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E5CC80D-B501-C47A-28DC-72FE9EBCA015}"/>
              </a:ext>
            </a:extLst>
          </p:cNvPr>
          <p:cNvSpPr/>
          <p:nvPr userDrawn="1"/>
        </p:nvSpPr>
        <p:spPr>
          <a:xfrm>
            <a:off x="7457178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BAEC2BEB-A005-89C5-4F85-CA0EAFB099A8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7457178" y="3441596"/>
            <a:ext cx="12447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Subtitle Placeholder">
            <a:extLst>
              <a:ext uri="{FF2B5EF4-FFF2-40B4-BE49-F238E27FC236}">
                <a16:creationId xmlns:a16="http://schemas.microsoft.com/office/drawing/2014/main" id="{5D4072F3-921F-C5D8-BDD3-C7B9E9C9EFB0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7457178" y="2833211"/>
            <a:ext cx="12447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2" name="Milestone Placeholder">
            <a:extLst>
              <a:ext uri="{FF2B5EF4-FFF2-40B4-BE49-F238E27FC236}">
                <a16:creationId xmlns:a16="http://schemas.microsoft.com/office/drawing/2014/main" id="{CE18EF5C-D842-B912-BEB9-C5BF1B013E95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7457178" y="1971884"/>
            <a:ext cx="12447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909CAE8-1F02-0828-EEF3-6AA77776B477}"/>
              </a:ext>
            </a:extLst>
          </p:cNvPr>
          <p:cNvCxnSpPr>
            <a:cxnSpLocks/>
            <a:stCxn id="7" idx="3"/>
            <a:endCxn id="25" idx="1"/>
          </p:cNvCxnSpPr>
          <p:nvPr userDrawn="1"/>
        </p:nvCxnSpPr>
        <p:spPr>
          <a:xfrm>
            <a:off x="1690631" y="2322884"/>
            <a:ext cx="15755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679782F-B608-BA1B-09F0-F8F1EEE7BB04}"/>
              </a:ext>
            </a:extLst>
          </p:cNvPr>
          <p:cNvCxnSpPr>
            <a:cxnSpLocks/>
          </p:cNvCxnSpPr>
          <p:nvPr userDrawn="1"/>
        </p:nvCxnSpPr>
        <p:spPr>
          <a:xfrm>
            <a:off x="3087291" y="2335693"/>
            <a:ext cx="15755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B4F06BC-AC10-554C-8877-DA54906D26AE}"/>
              </a:ext>
            </a:extLst>
          </p:cNvPr>
          <p:cNvCxnSpPr>
            <a:cxnSpLocks/>
          </p:cNvCxnSpPr>
          <p:nvPr userDrawn="1"/>
        </p:nvCxnSpPr>
        <p:spPr>
          <a:xfrm>
            <a:off x="4495412" y="2335693"/>
            <a:ext cx="15755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E609BF-8D10-8738-0AC7-60D5AA702F5F}"/>
              </a:ext>
            </a:extLst>
          </p:cNvPr>
          <p:cNvCxnSpPr>
            <a:cxnSpLocks/>
          </p:cNvCxnSpPr>
          <p:nvPr userDrawn="1"/>
        </p:nvCxnSpPr>
        <p:spPr>
          <a:xfrm>
            <a:off x="5894785" y="2335693"/>
            <a:ext cx="15755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8BAA20B-BCE2-1722-1652-548C87850D80}"/>
              </a:ext>
            </a:extLst>
          </p:cNvPr>
          <p:cNvCxnSpPr>
            <a:cxnSpLocks/>
          </p:cNvCxnSpPr>
          <p:nvPr userDrawn="1"/>
        </p:nvCxnSpPr>
        <p:spPr>
          <a:xfrm>
            <a:off x="7299630" y="2335693"/>
            <a:ext cx="15755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7266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33D1FD-CE96-121B-967D-A59C927593E5}"/>
              </a:ext>
            </a:extLst>
          </p:cNvPr>
          <p:cNvCxnSpPr>
            <a:cxnSpLocks/>
          </p:cNvCxnSpPr>
          <p:nvPr userDrawn="1"/>
        </p:nvCxnSpPr>
        <p:spPr>
          <a:xfrm>
            <a:off x="440532" y="2857293"/>
            <a:ext cx="8268338" cy="0"/>
          </a:xfrm>
          <a:prstGeom prst="line">
            <a:avLst/>
          </a:prstGeom>
          <a:ln w="12700">
            <a:solidFill>
              <a:schemeClr val="accent6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3123861"/>
            <a:ext cx="2641361" cy="58050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723326"/>
            <a:ext cx="2641360" cy="1039500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249082" y="3123862"/>
            <a:ext cx="2641361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249082" y="3723566"/>
            <a:ext cx="2641360" cy="10395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62110" y="3123861"/>
            <a:ext cx="2641361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062109" y="3732246"/>
            <a:ext cx="2641360" cy="10395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436245" y="1918639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1" y="2585943"/>
            <a:ext cx="2198209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/>
              </a:solidFill>
            </a:endParaRPr>
          </a:p>
        </p:txBody>
      </p:sp>
      <p:sp>
        <p:nvSpPr>
          <p:cNvPr id="6" name="Milestone Placeholder">
            <a:extLst>
              <a:ext uri="{FF2B5EF4-FFF2-40B4-BE49-F238E27FC236}">
                <a16:creationId xmlns:a16="http://schemas.microsoft.com/office/drawing/2014/main" id="{CCF4D506-62C9-60D3-EB04-50CC89D105E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45931" y="2586656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3249216" y="2585943"/>
            <a:ext cx="2198209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/>
              </a:solidFill>
            </a:endParaRPr>
          </a:p>
        </p:txBody>
      </p:sp>
      <p:sp>
        <p:nvSpPr>
          <p:cNvPr id="11" name="Milestone Placeholder">
            <a:extLst>
              <a:ext uri="{FF2B5EF4-FFF2-40B4-BE49-F238E27FC236}">
                <a16:creationId xmlns:a16="http://schemas.microsoft.com/office/drawing/2014/main" id="{FDDEF1DD-EE13-1D50-9421-93FEF54ED704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3249216" y="2586656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6062109" y="2585943"/>
            <a:ext cx="2198209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chemeClr val="accent1"/>
              </a:solidFill>
            </a:endParaRPr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04A96BBC-4B67-DD3B-38E1-38B407D95291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6062109" y="2586656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14804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029BFD7A-1ECE-27E3-2FF7-EED87CCC2F0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99724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6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33D1FD-CE96-121B-967D-A59C927593E5}"/>
              </a:ext>
            </a:extLst>
          </p:cNvPr>
          <p:cNvCxnSpPr>
            <a:cxnSpLocks/>
          </p:cNvCxnSpPr>
          <p:nvPr userDrawn="1"/>
        </p:nvCxnSpPr>
        <p:spPr>
          <a:xfrm>
            <a:off x="440532" y="2566643"/>
            <a:ext cx="8532019" cy="0"/>
          </a:xfrm>
          <a:prstGeom prst="line">
            <a:avLst/>
          </a:prstGeom>
          <a:ln w="12700">
            <a:solidFill>
              <a:schemeClr val="bg1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833211"/>
            <a:ext cx="1938600" cy="580500"/>
          </a:xfrm>
        </p:spPr>
        <p:txBody>
          <a:bodyPr wrap="square" lIns="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440545"/>
            <a:ext cx="1938600" cy="1232251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551482" y="2834631"/>
            <a:ext cx="1938600" cy="579080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551482" y="3441596"/>
            <a:ext cx="1938600" cy="12312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657261" y="2833211"/>
            <a:ext cx="1938600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4657260" y="3441596"/>
            <a:ext cx="1938600" cy="12312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436245" y="1918639"/>
            <a:ext cx="8703469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1" y="2295293"/>
            <a:ext cx="1938600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n w="12700">
                <a:noFill/>
              </a:ln>
              <a:solidFill>
                <a:schemeClr val="accent4"/>
              </a:solidFill>
            </a:endParaRPr>
          </a:p>
        </p:txBody>
      </p:sp>
      <p:sp>
        <p:nvSpPr>
          <p:cNvPr id="6" name="Milestone Placeholder">
            <a:extLst>
              <a:ext uri="{FF2B5EF4-FFF2-40B4-BE49-F238E27FC236}">
                <a16:creationId xmlns:a16="http://schemas.microsoft.com/office/drawing/2014/main" id="{CCF4D506-62C9-60D3-EB04-50CC89D105E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45931" y="2296005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2551616" y="2295293"/>
            <a:ext cx="1938600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n w="12700">
                <a:noFill/>
              </a:ln>
              <a:solidFill>
                <a:schemeClr val="accent4"/>
              </a:solidFill>
            </a:endParaRPr>
          </a:p>
        </p:txBody>
      </p:sp>
      <p:sp>
        <p:nvSpPr>
          <p:cNvPr id="11" name="Milestone Placeholder">
            <a:extLst>
              <a:ext uri="{FF2B5EF4-FFF2-40B4-BE49-F238E27FC236}">
                <a16:creationId xmlns:a16="http://schemas.microsoft.com/office/drawing/2014/main" id="{FDDEF1DD-EE13-1D50-9421-93FEF54ED704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2551617" y="2296005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4657260" y="2295293"/>
            <a:ext cx="1938600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n w="12700">
                <a:noFill/>
              </a:ln>
              <a:solidFill>
                <a:schemeClr val="accent4"/>
              </a:solidFill>
            </a:endParaRPr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04A96BBC-4B67-DD3B-38E1-38B407D95291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4657260" y="2296005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1480489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9C61E073-D317-96E9-F0C2-ED383C93E029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6767258" y="2833211"/>
            <a:ext cx="1938600" cy="580500"/>
          </a:xfrm>
        </p:spPr>
        <p:txBody>
          <a:bodyPr wrap="square" lIns="21600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5C3A85F-88C2-1B9A-EC64-181AE623C4B9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6767258" y="3441596"/>
            <a:ext cx="1938600" cy="12312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38A444-E7E9-A388-B243-5EF03247D4A7}"/>
              </a:ext>
            </a:extLst>
          </p:cNvPr>
          <p:cNvSpPr/>
          <p:nvPr userDrawn="1"/>
        </p:nvSpPr>
        <p:spPr>
          <a:xfrm>
            <a:off x="6767258" y="2295293"/>
            <a:ext cx="1938600" cy="5427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n w="12700">
                <a:noFill/>
              </a:ln>
              <a:solidFill>
                <a:schemeClr val="accent4"/>
              </a:solidFill>
            </a:endParaRPr>
          </a:p>
        </p:txBody>
      </p:sp>
      <p:sp>
        <p:nvSpPr>
          <p:cNvPr id="14" name="Milestone Placeholder">
            <a:extLst>
              <a:ext uri="{FF2B5EF4-FFF2-40B4-BE49-F238E27FC236}">
                <a16:creationId xmlns:a16="http://schemas.microsoft.com/office/drawing/2014/main" id="{65AB2AEF-5260-FB99-10DD-38F676E780FB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6767258" y="2296005"/>
            <a:ext cx="1909120" cy="541275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Footer Placeholder">
            <a:extLst>
              <a:ext uri="{FF2B5EF4-FFF2-40B4-BE49-F238E27FC236}">
                <a16:creationId xmlns:a16="http://schemas.microsoft.com/office/drawing/2014/main" id="{58CEEC5A-294C-5627-D107-4F3293C106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0346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7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33D1FD-CE96-121B-967D-A59C927593E5}"/>
              </a:ext>
            </a:extLst>
          </p:cNvPr>
          <p:cNvCxnSpPr>
            <a:cxnSpLocks/>
          </p:cNvCxnSpPr>
          <p:nvPr userDrawn="1"/>
        </p:nvCxnSpPr>
        <p:spPr>
          <a:xfrm>
            <a:off x="440532" y="2470534"/>
            <a:ext cx="8532019" cy="0"/>
          </a:xfrm>
          <a:prstGeom prst="line">
            <a:avLst/>
          </a:prstGeom>
          <a:ln w="12700">
            <a:solidFill>
              <a:schemeClr val="accent6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833211"/>
            <a:ext cx="15120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440545"/>
            <a:ext cx="1512000" cy="1232251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133666" y="2834631"/>
            <a:ext cx="1512000" cy="57908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2133666" y="3441596"/>
            <a:ext cx="15120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821400" y="2833211"/>
            <a:ext cx="15120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3821400" y="3441596"/>
            <a:ext cx="15120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436245" y="1918639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1" y="2119534"/>
            <a:ext cx="1512000" cy="7020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n>
                <a:noFill/>
              </a:ln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2133666" y="2119534"/>
            <a:ext cx="1512000" cy="7020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>
              <a:ln>
                <a:noFill/>
              </a:ln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3821400" y="2119534"/>
            <a:ext cx="1512000" cy="7020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n>
                <a:noFill/>
              </a:ln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14804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9C61E073-D317-96E9-F0C2-ED383C93E029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5509134" y="2833211"/>
            <a:ext cx="15120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5C3A85F-88C2-1B9A-EC64-181AE623C4B9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5509134" y="3441596"/>
            <a:ext cx="15120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938A444-E7E9-A388-B243-5EF03247D4A7}"/>
              </a:ext>
            </a:extLst>
          </p:cNvPr>
          <p:cNvSpPr/>
          <p:nvPr userDrawn="1"/>
        </p:nvSpPr>
        <p:spPr>
          <a:xfrm>
            <a:off x="5509134" y="2119534"/>
            <a:ext cx="1512000" cy="7020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n>
                <a:noFill/>
              </a:ln>
            </a:endParaRP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F37EB20F-1EFC-593E-D893-9E82002D916F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7186068" y="3441596"/>
            <a:ext cx="15120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1E005F1B-D554-1B9B-3A14-CFA7F95B98AF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186068" y="2833211"/>
            <a:ext cx="15120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0B2555A-49CB-5F69-6BA0-4E40F28F7C9B}"/>
              </a:ext>
            </a:extLst>
          </p:cNvPr>
          <p:cNvSpPr/>
          <p:nvPr userDrawn="1"/>
        </p:nvSpPr>
        <p:spPr>
          <a:xfrm>
            <a:off x="7186068" y="2119534"/>
            <a:ext cx="1512000" cy="702000"/>
          </a:xfrm>
          <a:prstGeom prst="rightArrow">
            <a:avLst>
              <a:gd name="adj1" fmla="val 100000"/>
              <a:gd name="adj2" fmla="val 47153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n>
                <a:noFill/>
              </a:ln>
            </a:endParaRPr>
          </a:p>
        </p:txBody>
      </p:sp>
      <p:sp>
        <p:nvSpPr>
          <p:cNvPr id="25" name="Footer Placeholder">
            <a:extLst>
              <a:ext uri="{FF2B5EF4-FFF2-40B4-BE49-F238E27FC236}">
                <a16:creationId xmlns:a16="http://schemas.microsoft.com/office/drawing/2014/main" id="{0EE6E077-5161-D749-303A-9B311C8C979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6" name="Milestone Placeholder">
            <a:extLst>
              <a:ext uri="{FF2B5EF4-FFF2-40B4-BE49-F238E27FC236}">
                <a16:creationId xmlns:a16="http://schemas.microsoft.com/office/drawing/2014/main" id="{CCF4D506-62C9-60D3-EB04-50CC89D105E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45931" y="2118677"/>
            <a:ext cx="1512000" cy="702857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Milestone Placeholder">
            <a:extLst>
              <a:ext uri="{FF2B5EF4-FFF2-40B4-BE49-F238E27FC236}">
                <a16:creationId xmlns:a16="http://schemas.microsoft.com/office/drawing/2014/main" id="{FDDEF1DD-EE13-1D50-9421-93FEF54ED704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2133666" y="2119534"/>
            <a:ext cx="15120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04A96BBC-4B67-DD3B-38E1-38B407D95291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821400" y="2119534"/>
            <a:ext cx="15120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4" name="Milestone Placeholder">
            <a:extLst>
              <a:ext uri="{FF2B5EF4-FFF2-40B4-BE49-F238E27FC236}">
                <a16:creationId xmlns:a16="http://schemas.microsoft.com/office/drawing/2014/main" id="{65AB2AEF-5260-FB99-10DD-38F676E780FB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5509134" y="2119534"/>
            <a:ext cx="15120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4" name="Milestone Placeholder">
            <a:extLst>
              <a:ext uri="{FF2B5EF4-FFF2-40B4-BE49-F238E27FC236}">
                <a16:creationId xmlns:a16="http://schemas.microsoft.com/office/drawing/2014/main" id="{37D0F831-A5DF-4EC6-39E4-6EA1A2725200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7186068" y="2119534"/>
            <a:ext cx="15120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7122070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V8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F33D1FD-CE96-121B-967D-A59C927593E5}"/>
              </a:ext>
            </a:extLst>
          </p:cNvPr>
          <p:cNvCxnSpPr>
            <a:cxnSpLocks/>
          </p:cNvCxnSpPr>
          <p:nvPr userDrawn="1"/>
        </p:nvCxnSpPr>
        <p:spPr>
          <a:xfrm>
            <a:off x="440532" y="2322884"/>
            <a:ext cx="8532019" cy="0"/>
          </a:xfrm>
          <a:prstGeom prst="line">
            <a:avLst/>
          </a:prstGeom>
          <a:ln w="12700">
            <a:solidFill>
              <a:schemeClr val="accent6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1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EFA9A3CD-4CD7-5DAF-8B41-8F5574AA12C0}"/>
              </a:ext>
            </a:extLst>
          </p:cNvPr>
          <p:cNvSpPr/>
          <p:nvPr userDrawn="1"/>
        </p:nvSpPr>
        <p:spPr>
          <a:xfrm>
            <a:off x="1848182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B8D602B-1AF7-A95B-C443-C6391C75ED34}"/>
              </a:ext>
            </a:extLst>
          </p:cNvPr>
          <p:cNvSpPr/>
          <p:nvPr userDrawn="1"/>
        </p:nvSpPr>
        <p:spPr>
          <a:xfrm>
            <a:off x="3250431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1916C0D1-48F5-A931-E531-BF89F5BBAB87}"/>
              </a:ext>
            </a:extLst>
          </p:cNvPr>
          <p:cNvSpPr/>
          <p:nvPr userDrawn="1"/>
        </p:nvSpPr>
        <p:spPr>
          <a:xfrm>
            <a:off x="4652681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53E6EC0A-236D-28B2-EE18-B30F32B4E878}"/>
              </a:ext>
            </a:extLst>
          </p:cNvPr>
          <p:cNvSpPr/>
          <p:nvPr userDrawn="1"/>
        </p:nvSpPr>
        <p:spPr>
          <a:xfrm>
            <a:off x="6054930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833211"/>
            <a:ext cx="12447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440545"/>
            <a:ext cx="1244700" cy="1232251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br>
              <a:rPr lang="en-US" dirty="0"/>
            </a:br>
            <a:endParaRPr lang="ru-RU" dirty="0"/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1848182" y="2834631"/>
            <a:ext cx="1244700" cy="57908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1848182" y="3441596"/>
            <a:ext cx="12447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3250431" y="2833211"/>
            <a:ext cx="12447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3250431" y="3441596"/>
            <a:ext cx="12447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sp>
        <p:nvSpPr>
          <p:cNvPr id="6" name="Milestone Placeholder">
            <a:extLst>
              <a:ext uri="{FF2B5EF4-FFF2-40B4-BE49-F238E27FC236}">
                <a16:creationId xmlns:a16="http://schemas.microsoft.com/office/drawing/2014/main" id="{CCF4D506-62C9-60D3-EB04-50CC89D105E4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445931" y="1971028"/>
            <a:ext cx="1244700" cy="702857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Milestone Placeholder">
            <a:extLst>
              <a:ext uri="{FF2B5EF4-FFF2-40B4-BE49-F238E27FC236}">
                <a16:creationId xmlns:a16="http://schemas.microsoft.com/office/drawing/2014/main" id="{FDDEF1DD-EE13-1D50-9421-93FEF54ED704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1848182" y="1971884"/>
            <a:ext cx="12447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3" name="Milestone Placeholder">
            <a:extLst>
              <a:ext uri="{FF2B5EF4-FFF2-40B4-BE49-F238E27FC236}">
                <a16:creationId xmlns:a16="http://schemas.microsoft.com/office/drawing/2014/main" id="{04A96BBC-4B67-DD3B-38E1-38B407D95291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3250431" y="1971884"/>
            <a:ext cx="12447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Subtitle Placeholder">
            <a:extLst>
              <a:ext uri="{FF2B5EF4-FFF2-40B4-BE49-F238E27FC236}">
                <a16:creationId xmlns:a16="http://schemas.microsoft.com/office/drawing/2014/main" id="{9C61E073-D317-96E9-F0C2-ED383C93E029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4652681" y="2833211"/>
            <a:ext cx="12447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F5C3A85F-88C2-1B9A-EC64-181AE623C4B9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4652681" y="3441596"/>
            <a:ext cx="12447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Milestone Placeholder">
            <a:extLst>
              <a:ext uri="{FF2B5EF4-FFF2-40B4-BE49-F238E27FC236}">
                <a16:creationId xmlns:a16="http://schemas.microsoft.com/office/drawing/2014/main" id="{65AB2AEF-5260-FB99-10DD-38F676E780FB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4652681" y="1971884"/>
            <a:ext cx="12447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Text Placeholder">
            <a:extLst>
              <a:ext uri="{FF2B5EF4-FFF2-40B4-BE49-F238E27FC236}">
                <a16:creationId xmlns:a16="http://schemas.microsoft.com/office/drawing/2014/main" id="{F37EB20F-1EFC-593E-D893-9E82002D916F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6054930" y="3441596"/>
            <a:ext cx="12447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Subtitle Placeholder">
            <a:extLst>
              <a:ext uri="{FF2B5EF4-FFF2-40B4-BE49-F238E27FC236}">
                <a16:creationId xmlns:a16="http://schemas.microsoft.com/office/drawing/2014/main" id="{1E005F1B-D554-1B9B-3A14-CFA7F95B98AF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6054930" y="2833211"/>
            <a:ext cx="12447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4" name="Milestone Placeholder">
            <a:extLst>
              <a:ext uri="{FF2B5EF4-FFF2-40B4-BE49-F238E27FC236}">
                <a16:creationId xmlns:a16="http://schemas.microsoft.com/office/drawing/2014/main" id="{37D0F831-A5DF-4EC6-39E4-6EA1A2725200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6054930" y="1971884"/>
            <a:ext cx="12447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4E5CC80D-B501-C47A-28DC-72FE9EBCA015}"/>
              </a:ext>
            </a:extLst>
          </p:cNvPr>
          <p:cNvSpPr/>
          <p:nvPr userDrawn="1"/>
        </p:nvSpPr>
        <p:spPr>
          <a:xfrm>
            <a:off x="7457178" y="1971884"/>
            <a:ext cx="1244700" cy="702000"/>
          </a:xfrm>
          <a:prstGeom prst="rightArrow">
            <a:avLst>
              <a:gd name="adj1" fmla="val 100000"/>
              <a:gd name="adj2" fmla="val 21620"/>
            </a:avLst>
          </a:prstGeom>
          <a:solidFill>
            <a:schemeClr val="accent4"/>
          </a:solidFill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0" name="Text Placeholder">
            <a:extLst>
              <a:ext uri="{FF2B5EF4-FFF2-40B4-BE49-F238E27FC236}">
                <a16:creationId xmlns:a16="http://schemas.microsoft.com/office/drawing/2014/main" id="{BAEC2BEB-A005-89C5-4F85-CA0EAFB099A8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7457178" y="3441596"/>
            <a:ext cx="1244700" cy="1231200"/>
          </a:xfrm>
        </p:spPr>
        <p:txBody>
          <a:bodyPr wrap="square" lIns="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13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Subtitle Placeholder">
            <a:extLst>
              <a:ext uri="{FF2B5EF4-FFF2-40B4-BE49-F238E27FC236}">
                <a16:creationId xmlns:a16="http://schemas.microsoft.com/office/drawing/2014/main" id="{5D4072F3-921F-C5D8-BDD3-C7B9E9C9EFB0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7457178" y="2833211"/>
            <a:ext cx="1244700" cy="580500"/>
          </a:xfrm>
        </p:spPr>
        <p:txBody>
          <a:bodyPr wrap="square" lIns="0" tIns="21600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32" name="Milestone Placeholder">
            <a:extLst>
              <a:ext uri="{FF2B5EF4-FFF2-40B4-BE49-F238E27FC236}">
                <a16:creationId xmlns:a16="http://schemas.microsoft.com/office/drawing/2014/main" id="{CE18EF5C-D842-B912-BEB9-C5BF1B013E95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7457178" y="1971884"/>
            <a:ext cx="1244700" cy="702000"/>
          </a:xfrm>
        </p:spPr>
        <p:txBody>
          <a:bodyPr wrap="square" lIns="216000" tIns="144000" rIns="216000" bIns="144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lang="en-US" sz="10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1B1FF5A5-AE93-551F-2093-7CB22E28B6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5823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432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437389" y="438150"/>
            <a:ext cx="8263223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8150"/>
            <a:ext cx="0" cy="427090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AEA327-EB09-B07E-43C1-862907F6CA3F}"/>
              </a:ext>
            </a:extLst>
          </p:cNvPr>
          <p:cNvCxnSpPr>
            <a:cxnSpLocks/>
          </p:cNvCxnSpPr>
          <p:nvPr userDrawn="1"/>
        </p:nvCxnSpPr>
        <p:spPr>
          <a:xfrm>
            <a:off x="437388" y="1918639"/>
            <a:ext cx="8266081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D4586B5C-C7D2-6964-63EE-D9A6072B3D21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653108" y="2532585"/>
            <a:ext cx="2837930" cy="20774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41DAF-1FBE-C8B5-7485-2212C3D052C4}"/>
              </a:ext>
            </a:extLst>
          </p:cNvPr>
          <p:cNvSpPr/>
          <p:nvPr userDrawn="1"/>
        </p:nvSpPr>
        <p:spPr>
          <a:xfrm>
            <a:off x="818531" y="2413867"/>
            <a:ext cx="656100" cy="72900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ED8BCE5E-B519-D24C-75BC-63054D708686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1653108" y="3626409"/>
            <a:ext cx="2837930" cy="20774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602E00-2FBC-C12A-0043-E86E1D956BCB}"/>
              </a:ext>
            </a:extLst>
          </p:cNvPr>
          <p:cNvSpPr/>
          <p:nvPr userDrawn="1"/>
        </p:nvSpPr>
        <p:spPr>
          <a:xfrm>
            <a:off x="818531" y="3507691"/>
            <a:ext cx="656100" cy="72900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2366CBC7-88B7-08A9-0B96-BB1E9AD7AB95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5485634" y="2532585"/>
            <a:ext cx="2837700" cy="20774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50A05D-66A5-9433-E57D-CF7B04AD362C}"/>
              </a:ext>
            </a:extLst>
          </p:cNvPr>
          <p:cNvSpPr/>
          <p:nvPr userDrawn="1"/>
        </p:nvSpPr>
        <p:spPr>
          <a:xfrm>
            <a:off x="4651058" y="2413867"/>
            <a:ext cx="656100" cy="72900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7" name="Subtitle Placeholder">
            <a:extLst>
              <a:ext uri="{FF2B5EF4-FFF2-40B4-BE49-F238E27FC236}">
                <a16:creationId xmlns:a16="http://schemas.microsoft.com/office/drawing/2014/main" id="{1B28A0FD-772F-8654-4130-E7EEC87EEA24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5485634" y="3626409"/>
            <a:ext cx="2837700" cy="20774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b="0" dirty="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150F93-B435-A1E6-7EAA-5E4FD3B51DC7}"/>
              </a:ext>
            </a:extLst>
          </p:cNvPr>
          <p:cNvSpPr/>
          <p:nvPr userDrawn="1"/>
        </p:nvSpPr>
        <p:spPr>
          <a:xfrm>
            <a:off x="4651058" y="3507691"/>
            <a:ext cx="656100" cy="729000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pic>
        <p:nvPicPr>
          <p:cNvPr id="29" name="Рисунок 80" descr="Земля контур">
            <a:extLst>
              <a:ext uri="{FF2B5EF4-FFF2-40B4-BE49-F238E27FC236}">
                <a16:creationId xmlns:a16="http://schemas.microsoft.com/office/drawing/2014/main" id="{8EEF1F24-C4A9-829C-F30B-C87E884CCE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71081" y="2602867"/>
            <a:ext cx="351000" cy="351000"/>
          </a:xfrm>
          <a:prstGeom prst="rect">
            <a:avLst/>
          </a:prstGeom>
        </p:spPr>
      </p:pic>
      <p:pic>
        <p:nvPicPr>
          <p:cNvPr id="30" name="Рисунок 85" descr="Конверт контур">
            <a:extLst>
              <a:ext uri="{FF2B5EF4-FFF2-40B4-BE49-F238E27FC236}">
                <a16:creationId xmlns:a16="http://schemas.microsoft.com/office/drawing/2014/main" id="{D74BF6C1-366A-18FD-3963-C4529243F7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71081" y="3696691"/>
            <a:ext cx="351000" cy="351000"/>
          </a:xfrm>
          <a:prstGeom prst="rect">
            <a:avLst/>
          </a:prstGeom>
        </p:spPr>
      </p:pic>
      <p:pic>
        <p:nvPicPr>
          <p:cNvPr id="31" name="Рисунок 90" descr="Телефонная трубка контур">
            <a:extLst>
              <a:ext uri="{FF2B5EF4-FFF2-40B4-BE49-F238E27FC236}">
                <a16:creationId xmlns:a16="http://schemas.microsoft.com/office/drawing/2014/main" id="{0BC86E84-14E1-15CF-4C9E-CE3D5E7C44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803608" y="2602867"/>
            <a:ext cx="351000" cy="351000"/>
          </a:xfrm>
          <a:prstGeom prst="rect">
            <a:avLst/>
          </a:prstGeom>
        </p:spPr>
      </p:pic>
      <p:pic>
        <p:nvPicPr>
          <p:cNvPr id="32" name="Рисунок 95" descr="Карта с кнопкой контур">
            <a:extLst>
              <a:ext uri="{FF2B5EF4-FFF2-40B4-BE49-F238E27FC236}">
                <a16:creationId xmlns:a16="http://schemas.microsoft.com/office/drawing/2014/main" id="{5F209B9A-22F0-4BCA-DF18-C87BE7F368C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803608" y="3696691"/>
            <a:ext cx="351000" cy="351000"/>
          </a:xfrm>
          <a:prstGeom prst="rect">
            <a:avLst/>
          </a:prstGeom>
        </p:spPr>
      </p:pic>
      <p:sp>
        <p:nvSpPr>
          <p:cNvPr id="33" name="Text Placeholder">
            <a:extLst>
              <a:ext uri="{FF2B5EF4-FFF2-40B4-BE49-F238E27FC236}">
                <a16:creationId xmlns:a16="http://schemas.microsoft.com/office/drawing/2014/main" id="{6E581BC6-A774-17F5-C255-751331A3016C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653108" y="2744850"/>
            <a:ext cx="2837930" cy="290002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040C3719-DFE3-CBCE-5864-862647129BC8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5485634" y="2744850"/>
            <a:ext cx="2837700" cy="290002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5201E8FF-3E66-D16D-FFCB-18A0DA159577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1653108" y="3838951"/>
            <a:ext cx="2837930" cy="290002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7" name="Text Placeholder">
            <a:extLst>
              <a:ext uri="{FF2B5EF4-FFF2-40B4-BE49-F238E27FC236}">
                <a16:creationId xmlns:a16="http://schemas.microsoft.com/office/drawing/2014/main" id="{6C6493C4-5086-179C-9187-241CEBA2512B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5485634" y="3838951"/>
            <a:ext cx="2837700" cy="290002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89FD0FE-9C5E-78A7-6E69-1F014FA41FB5}"/>
              </a:ext>
            </a:extLst>
          </p:cNvPr>
          <p:cNvCxnSpPr>
            <a:cxnSpLocks/>
          </p:cNvCxnSpPr>
          <p:nvPr userDrawn="1"/>
        </p:nvCxnSpPr>
        <p:spPr>
          <a:xfrm>
            <a:off x="442121" y="438150"/>
            <a:ext cx="0" cy="4270908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6B5E709-A9F7-0968-612D-017B433D722C}"/>
              </a:ext>
            </a:extLst>
          </p:cNvPr>
          <p:cNvCxnSpPr>
            <a:cxnSpLocks/>
          </p:cNvCxnSpPr>
          <p:nvPr userDrawn="1"/>
        </p:nvCxnSpPr>
        <p:spPr>
          <a:xfrm>
            <a:off x="437389" y="4709058"/>
            <a:ext cx="8268338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9174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V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432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437389" y="438150"/>
            <a:ext cx="8263223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438150"/>
            <a:ext cx="0" cy="427090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2AEA327-EB09-B07E-43C1-862907F6CA3F}"/>
              </a:ext>
            </a:extLst>
          </p:cNvPr>
          <p:cNvCxnSpPr>
            <a:cxnSpLocks/>
          </p:cNvCxnSpPr>
          <p:nvPr userDrawn="1"/>
        </p:nvCxnSpPr>
        <p:spPr>
          <a:xfrm>
            <a:off x="437388" y="1918639"/>
            <a:ext cx="826608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ubtitle Placeholder">
            <a:extLst>
              <a:ext uri="{FF2B5EF4-FFF2-40B4-BE49-F238E27FC236}">
                <a16:creationId xmlns:a16="http://schemas.microsoft.com/office/drawing/2014/main" id="{D4586B5C-C7D2-6964-63EE-D9A6072B3D21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653108" y="2532585"/>
            <a:ext cx="2837930" cy="20774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41DAF-1FBE-C8B5-7485-2212C3D052C4}"/>
              </a:ext>
            </a:extLst>
          </p:cNvPr>
          <p:cNvSpPr/>
          <p:nvPr userDrawn="1"/>
        </p:nvSpPr>
        <p:spPr>
          <a:xfrm>
            <a:off x="818531" y="2413867"/>
            <a:ext cx="656100" cy="729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Subtitle Placeholder">
            <a:extLst>
              <a:ext uri="{FF2B5EF4-FFF2-40B4-BE49-F238E27FC236}">
                <a16:creationId xmlns:a16="http://schemas.microsoft.com/office/drawing/2014/main" id="{ED8BCE5E-B519-D24C-75BC-63054D708686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1653108" y="3626409"/>
            <a:ext cx="2837930" cy="20774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602E00-2FBC-C12A-0043-E86E1D956BCB}"/>
              </a:ext>
            </a:extLst>
          </p:cNvPr>
          <p:cNvSpPr/>
          <p:nvPr userDrawn="1"/>
        </p:nvSpPr>
        <p:spPr>
          <a:xfrm>
            <a:off x="818531" y="3507691"/>
            <a:ext cx="656100" cy="729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2366CBC7-88B7-08A9-0B96-BB1E9AD7AB95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5485634" y="2532585"/>
            <a:ext cx="2837700" cy="20774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50A05D-66A5-9433-E57D-CF7B04AD362C}"/>
              </a:ext>
            </a:extLst>
          </p:cNvPr>
          <p:cNvSpPr/>
          <p:nvPr userDrawn="1"/>
        </p:nvSpPr>
        <p:spPr>
          <a:xfrm>
            <a:off x="4651058" y="2413867"/>
            <a:ext cx="656100" cy="729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7" name="Subtitle Placeholder">
            <a:extLst>
              <a:ext uri="{FF2B5EF4-FFF2-40B4-BE49-F238E27FC236}">
                <a16:creationId xmlns:a16="http://schemas.microsoft.com/office/drawing/2014/main" id="{1B28A0FD-772F-8654-4130-E7EEC87EEA24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5485634" y="3626409"/>
            <a:ext cx="2837700" cy="207749"/>
          </a:xfrm>
        </p:spPr>
        <p:txBody>
          <a:bodyPr wrap="square" lIns="0" tIns="0" rIns="0" bIns="0" anchor="b" anchorCtr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350" b="0" dirty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150F93-B435-A1E6-7EAA-5E4FD3B51DC7}"/>
              </a:ext>
            </a:extLst>
          </p:cNvPr>
          <p:cNvSpPr/>
          <p:nvPr userDrawn="1"/>
        </p:nvSpPr>
        <p:spPr>
          <a:xfrm>
            <a:off x="4651058" y="3507691"/>
            <a:ext cx="656100" cy="729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pic>
        <p:nvPicPr>
          <p:cNvPr id="29" name="Рисунок 80" descr="Земля контур">
            <a:extLst>
              <a:ext uri="{FF2B5EF4-FFF2-40B4-BE49-F238E27FC236}">
                <a16:creationId xmlns:a16="http://schemas.microsoft.com/office/drawing/2014/main" id="{8EEF1F24-C4A9-829C-F30B-C87E884CCE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71081" y="2602867"/>
            <a:ext cx="351000" cy="351000"/>
          </a:xfrm>
          <a:prstGeom prst="rect">
            <a:avLst/>
          </a:prstGeom>
        </p:spPr>
      </p:pic>
      <p:pic>
        <p:nvPicPr>
          <p:cNvPr id="30" name="Рисунок 85" descr="Конверт контур">
            <a:extLst>
              <a:ext uri="{FF2B5EF4-FFF2-40B4-BE49-F238E27FC236}">
                <a16:creationId xmlns:a16="http://schemas.microsoft.com/office/drawing/2014/main" id="{D74BF6C1-366A-18FD-3963-C4529243F7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71081" y="3696691"/>
            <a:ext cx="351000" cy="351000"/>
          </a:xfrm>
          <a:prstGeom prst="rect">
            <a:avLst/>
          </a:prstGeom>
        </p:spPr>
      </p:pic>
      <p:pic>
        <p:nvPicPr>
          <p:cNvPr id="31" name="Рисунок 90" descr="Телефонная трубка контур">
            <a:extLst>
              <a:ext uri="{FF2B5EF4-FFF2-40B4-BE49-F238E27FC236}">
                <a16:creationId xmlns:a16="http://schemas.microsoft.com/office/drawing/2014/main" id="{0BC86E84-14E1-15CF-4C9E-CE3D5E7C448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803608" y="2602867"/>
            <a:ext cx="351000" cy="351000"/>
          </a:xfrm>
          <a:prstGeom prst="rect">
            <a:avLst/>
          </a:prstGeom>
        </p:spPr>
      </p:pic>
      <p:pic>
        <p:nvPicPr>
          <p:cNvPr id="32" name="Рисунок 95" descr="Карта с кнопкой контур">
            <a:extLst>
              <a:ext uri="{FF2B5EF4-FFF2-40B4-BE49-F238E27FC236}">
                <a16:creationId xmlns:a16="http://schemas.microsoft.com/office/drawing/2014/main" id="{5F209B9A-22F0-4BCA-DF18-C87BE7F368C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4803608" y="3696691"/>
            <a:ext cx="351000" cy="351000"/>
          </a:xfrm>
          <a:prstGeom prst="rect">
            <a:avLst/>
          </a:prstGeom>
        </p:spPr>
      </p:pic>
      <p:sp>
        <p:nvSpPr>
          <p:cNvPr id="33" name="Text Placeholder">
            <a:extLst>
              <a:ext uri="{FF2B5EF4-FFF2-40B4-BE49-F238E27FC236}">
                <a16:creationId xmlns:a16="http://schemas.microsoft.com/office/drawing/2014/main" id="{6E581BC6-A774-17F5-C255-751331A3016C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1653108" y="2744850"/>
            <a:ext cx="2837930" cy="290002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4" name="Text Placeholder">
            <a:extLst>
              <a:ext uri="{FF2B5EF4-FFF2-40B4-BE49-F238E27FC236}">
                <a16:creationId xmlns:a16="http://schemas.microsoft.com/office/drawing/2014/main" id="{040C3719-DFE3-CBCE-5864-862647129BC8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5485634" y="2744850"/>
            <a:ext cx="2837700" cy="290002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5" name="Text Placeholder">
            <a:extLst>
              <a:ext uri="{FF2B5EF4-FFF2-40B4-BE49-F238E27FC236}">
                <a16:creationId xmlns:a16="http://schemas.microsoft.com/office/drawing/2014/main" id="{5201E8FF-3E66-D16D-FFCB-18A0DA159577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1653108" y="3838951"/>
            <a:ext cx="2837930" cy="290002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7" name="Text Placeholder">
            <a:extLst>
              <a:ext uri="{FF2B5EF4-FFF2-40B4-BE49-F238E27FC236}">
                <a16:creationId xmlns:a16="http://schemas.microsoft.com/office/drawing/2014/main" id="{6C6493C4-5086-179C-9187-241CEBA2512B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5485634" y="3838951"/>
            <a:ext cx="2837700" cy="290002"/>
          </a:xfrm>
        </p:spPr>
        <p:txBody>
          <a:bodyPr wrap="square" lIns="0" tIns="108000" rIns="0" bIns="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89FD0FE-9C5E-78A7-6E69-1F014FA41FB5}"/>
              </a:ext>
            </a:extLst>
          </p:cNvPr>
          <p:cNvCxnSpPr>
            <a:cxnSpLocks/>
          </p:cNvCxnSpPr>
          <p:nvPr userDrawn="1"/>
        </p:nvCxnSpPr>
        <p:spPr>
          <a:xfrm>
            <a:off x="442121" y="438150"/>
            <a:ext cx="0" cy="4270908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6B5E709-A9F7-0968-612D-017B433D722C}"/>
              </a:ext>
            </a:extLst>
          </p:cNvPr>
          <p:cNvCxnSpPr>
            <a:cxnSpLocks/>
          </p:cNvCxnSpPr>
          <p:nvPr userDrawn="1"/>
        </p:nvCxnSpPr>
        <p:spPr>
          <a:xfrm>
            <a:off x="437389" y="4709058"/>
            <a:ext cx="8268338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BF8198F1-DC78-225E-BC3B-D4CE4B076F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88621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V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440" y="1321496"/>
            <a:ext cx="8254261" cy="1329595"/>
          </a:xfrm>
          <a:prstGeom prst="rect">
            <a:avLst/>
          </a:prstGeom>
        </p:spPr>
        <p:txBody>
          <a:bodyPr vert="horz" wrap="square" lIns="432000" tIns="0" rIns="432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444870" y="2973819"/>
            <a:ext cx="869913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55440" y="3550045"/>
            <a:ext cx="4045205" cy="579080"/>
          </a:xfrm>
        </p:spPr>
        <p:txBody>
          <a:bodyPr wrap="square" lIns="432000" tIns="0" rIns="0" bIns="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D0E7C1-2CE9-36C5-EECF-CA0BB573C461}"/>
              </a:ext>
            </a:extLst>
          </p:cNvPr>
          <p:cNvGrpSpPr/>
          <p:nvPr userDrawn="1"/>
        </p:nvGrpSpPr>
        <p:grpSpPr>
          <a:xfrm>
            <a:off x="7669391" y="3415870"/>
            <a:ext cx="564396" cy="847430"/>
            <a:chOff x="9321800" y="4884200"/>
            <a:chExt cx="871220" cy="13081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47BBB1-5689-BD20-F8D3-79D8B71EB56F}"/>
                </a:ext>
              </a:extLst>
            </p:cNvPr>
            <p:cNvSpPr/>
            <p:nvPr/>
          </p:nvSpPr>
          <p:spPr>
            <a:xfrm>
              <a:off x="9321800" y="4884200"/>
              <a:ext cx="497840" cy="9576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7C7776-484E-2281-0486-5FBF14960803}"/>
                </a:ext>
              </a:extLst>
            </p:cNvPr>
            <p:cNvSpPr/>
            <p:nvPr/>
          </p:nvSpPr>
          <p:spPr>
            <a:xfrm>
              <a:off x="9508490" y="5059460"/>
              <a:ext cx="497840" cy="9576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C41562-8B2B-BD1E-B8CD-E7875645EC05}"/>
                </a:ext>
              </a:extLst>
            </p:cNvPr>
            <p:cNvSpPr/>
            <p:nvPr/>
          </p:nvSpPr>
          <p:spPr>
            <a:xfrm>
              <a:off x="9695180" y="5234720"/>
              <a:ext cx="497840" cy="9576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887EDA-5A66-4A6B-58F2-3AC1A7DA2CBE}"/>
              </a:ext>
            </a:extLst>
          </p:cNvPr>
          <p:cNvCxnSpPr>
            <a:cxnSpLocks/>
          </p:cNvCxnSpPr>
          <p:nvPr userDrawn="1"/>
        </p:nvCxnSpPr>
        <p:spPr>
          <a:xfrm>
            <a:off x="-4339" y="978694"/>
            <a:ext cx="914833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FF075F5-43BD-1822-B4C6-3093ABBB90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A4141E-E477-6312-7A3B-12B04244D8BF}"/>
              </a:ext>
            </a:extLst>
          </p:cNvPr>
          <p:cNvCxnSpPr>
            <a:cxnSpLocks/>
          </p:cNvCxnSpPr>
          <p:nvPr userDrawn="1"/>
        </p:nvCxnSpPr>
        <p:spPr>
          <a:xfrm>
            <a:off x="0" y="4705350"/>
            <a:ext cx="9144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EAE581-16BD-DA09-9EC5-1FEFF3656523}"/>
              </a:ext>
            </a:extLst>
          </p:cNvPr>
          <p:cNvCxnSpPr>
            <a:cxnSpLocks/>
          </p:cNvCxnSpPr>
          <p:nvPr userDrawn="1"/>
        </p:nvCxnSpPr>
        <p:spPr>
          <a:xfrm>
            <a:off x="448322" y="978694"/>
            <a:ext cx="0" cy="3726656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684E76-09F3-F95B-3D7B-2BB5EF2A6CD6}"/>
              </a:ext>
            </a:extLst>
          </p:cNvPr>
          <p:cNvCxnSpPr>
            <a:cxnSpLocks/>
          </p:cNvCxnSpPr>
          <p:nvPr userDrawn="1"/>
        </p:nvCxnSpPr>
        <p:spPr>
          <a:xfrm>
            <a:off x="6759179" y="2973819"/>
            <a:ext cx="0" cy="1731531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927579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V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532" y="1321496"/>
            <a:ext cx="8254261" cy="1329595"/>
          </a:xfrm>
          <a:prstGeom prst="rect">
            <a:avLst/>
          </a:prstGeom>
        </p:spPr>
        <p:txBody>
          <a:bodyPr vert="horz" wrap="square" lIns="432000" tIns="0" rIns="432000" bIns="0" rtlCol="0" anchor="ctr" anchorCtr="0">
            <a:noAutofit/>
          </a:bodyPr>
          <a:lstStyle>
            <a:lvl1pPr algn="r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0" y="2973819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649587" y="3550045"/>
            <a:ext cx="4045205" cy="579080"/>
          </a:xfrm>
        </p:spPr>
        <p:txBody>
          <a:bodyPr wrap="square" lIns="0" tIns="0" rIns="432000" bIns="0" anchor="ctr" anchorCtr="0">
            <a:noAutofit/>
          </a:bodyPr>
          <a:lstStyle>
            <a:lvl1pPr marL="0" indent="0" algn="r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D0E7C1-2CE9-36C5-EECF-CA0BB573C461}"/>
              </a:ext>
            </a:extLst>
          </p:cNvPr>
          <p:cNvGrpSpPr/>
          <p:nvPr userDrawn="1"/>
        </p:nvGrpSpPr>
        <p:grpSpPr>
          <a:xfrm>
            <a:off x="445931" y="3415870"/>
            <a:ext cx="564396" cy="847430"/>
            <a:chOff x="9321800" y="4884200"/>
            <a:chExt cx="871220" cy="13081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47BBB1-5689-BD20-F8D3-79D8B71EB56F}"/>
                </a:ext>
              </a:extLst>
            </p:cNvPr>
            <p:cNvSpPr/>
            <p:nvPr/>
          </p:nvSpPr>
          <p:spPr>
            <a:xfrm>
              <a:off x="9321800" y="4884200"/>
              <a:ext cx="497840" cy="9576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7C7776-484E-2281-0486-5FBF14960803}"/>
                </a:ext>
              </a:extLst>
            </p:cNvPr>
            <p:cNvSpPr/>
            <p:nvPr/>
          </p:nvSpPr>
          <p:spPr>
            <a:xfrm>
              <a:off x="9508490" y="5059460"/>
              <a:ext cx="497840" cy="9576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C41562-8B2B-BD1E-B8CD-E7875645EC05}"/>
                </a:ext>
              </a:extLst>
            </p:cNvPr>
            <p:cNvSpPr/>
            <p:nvPr/>
          </p:nvSpPr>
          <p:spPr>
            <a:xfrm>
              <a:off x="9695180" y="5234720"/>
              <a:ext cx="497840" cy="957600"/>
            </a:xfrm>
            <a:prstGeom prst="rect">
              <a:avLst/>
            </a:prstGeom>
            <a:noFill/>
            <a:ln w="127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0"/>
            <a:ext cx="0" cy="514350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887EDA-5A66-4A6B-58F2-3AC1A7DA2CBE}"/>
              </a:ext>
            </a:extLst>
          </p:cNvPr>
          <p:cNvCxnSpPr>
            <a:cxnSpLocks/>
          </p:cNvCxnSpPr>
          <p:nvPr userDrawn="1"/>
        </p:nvCxnSpPr>
        <p:spPr>
          <a:xfrm>
            <a:off x="-4339" y="978694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A4141E-E477-6312-7A3B-12B04244D8BF}"/>
              </a:ext>
            </a:extLst>
          </p:cNvPr>
          <p:cNvCxnSpPr>
            <a:cxnSpLocks/>
          </p:cNvCxnSpPr>
          <p:nvPr userDrawn="1"/>
        </p:nvCxnSpPr>
        <p:spPr>
          <a:xfrm>
            <a:off x="0" y="4705350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">
            <a:extLst>
              <a:ext uri="{FF2B5EF4-FFF2-40B4-BE49-F238E27FC236}">
                <a16:creationId xmlns:a16="http://schemas.microsoft.com/office/drawing/2014/main" id="{C30732C1-3C2C-47D9-5633-6FDD07BAABC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929372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YouV3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65F4140-01A9-CA27-95B0-9995EFE832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532" y="1321496"/>
            <a:ext cx="8254261" cy="1329595"/>
          </a:xfrm>
          <a:prstGeom prst="rect">
            <a:avLst/>
          </a:prstGeom>
        </p:spPr>
        <p:txBody>
          <a:bodyPr vert="horz" wrap="square" lIns="432000" tIns="0" rIns="432000" bIns="0" rtlCol="0" anchor="ctr" anchorCtr="0">
            <a:noAutofit/>
          </a:bodyPr>
          <a:lstStyle>
            <a:lvl1pPr algn="r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33B3AB-642B-98DF-EAA6-D0181092B20A}"/>
              </a:ext>
            </a:extLst>
          </p:cNvPr>
          <p:cNvCxnSpPr>
            <a:cxnSpLocks/>
          </p:cNvCxnSpPr>
          <p:nvPr userDrawn="1"/>
        </p:nvCxnSpPr>
        <p:spPr>
          <a:xfrm>
            <a:off x="0" y="2973819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4649587" y="3550045"/>
            <a:ext cx="4045205" cy="579080"/>
          </a:xfrm>
        </p:spPr>
        <p:txBody>
          <a:bodyPr wrap="square" lIns="0" tIns="0" rIns="432000" bIns="0" anchor="ctr" anchorCtr="0">
            <a:noAutofit/>
          </a:bodyPr>
          <a:lstStyle>
            <a:lvl1pPr marL="0" indent="0" algn="r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5D0E7C1-2CE9-36C5-EECF-CA0BB573C461}"/>
              </a:ext>
            </a:extLst>
          </p:cNvPr>
          <p:cNvGrpSpPr/>
          <p:nvPr userDrawn="1"/>
        </p:nvGrpSpPr>
        <p:grpSpPr>
          <a:xfrm>
            <a:off x="445931" y="3415870"/>
            <a:ext cx="564396" cy="847430"/>
            <a:chOff x="9321800" y="4884200"/>
            <a:chExt cx="871220" cy="130812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47BBB1-5689-BD20-F8D3-79D8B71EB56F}"/>
                </a:ext>
              </a:extLst>
            </p:cNvPr>
            <p:cNvSpPr/>
            <p:nvPr/>
          </p:nvSpPr>
          <p:spPr>
            <a:xfrm>
              <a:off x="9321800" y="488420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7C7776-484E-2281-0486-5FBF14960803}"/>
                </a:ext>
              </a:extLst>
            </p:cNvPr>
            <p:cNvSpPr/>
            <p:nvPr/>
          </p:nvSpPr>
          <p:spPr>
            <a:xfrm>
              <a:off x="9508490" y="505946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>
                <a:solidFill>
                  <a:schemeClr val="bg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C41562-8B2B-BD1E-B8CD-E7875645EC05}"/>
                </a:ext>
              </a:extLst>
            </p:cNvPr>
            <p:cNvSpPr/>
            <p:nvPr/>
          </p:nvSpPr>
          <p:spPr>
            <a:xfrm>
              <a:off x="9695180" y="5234720"/>
              <a:ext cx="497840" cy="957600"/>
            </a:xfrm>
            <a:prstGeom prst="rect">
              <a:avLst/>
            </a:prstGeom>
            <a:noFill/>
            <a:ln w="127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7231194-2C0A-B531-FE8C-EC5D197F084C}"/>
              </a:ext>
            </a:extLst>
          </p:cNvPr>
          <p:cNvCxnSpPr>
            <a:cxnSpLocks/>
          </p:cNvCxnSpPr>
          <p:nvPr userDrawn="1"/>
        </p:nvCxnSpPr>
        <p:spPr>
          <a:xfrm>
            <a:off x="8699130" y="0"/>
            <a:ext cx="0" cy="514350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6887EDA-5A66-4A6B-58F2-3AC1A7DA2CBE}"/>
              </a:ext>
            </a:extLst>
          </p:cNvPr>
          <p:cNvCxnSpPr>
            <a:cxnSpLocks/>
          </p:cNvCxnSpPr>
          <p:nvPr userDrawn="1"/>
        </p:nvCxnSpPr>
        <p:spPr>
          <a:xfrm>
            <a:off x="-4339" y="978694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0A4141E-E477-6312-7A3B-12B04244D8BF}"/>
              </a:ext>
            </a:extLst>
          </p:cNvPr>
          <p:cNvCxnSpPr>
            <a:cxnSpLocks/>
          </p:cNvCxnSpPr>
          <p:nvPr userDrawn="1"/>
        </p:nvCxnSpPr>
        <p:spPr>
          <a:xfrm>
            <a:off x="0" y="4705350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52BDBAF0-6FCE-9078-C91E-180B96F2FF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35362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2007605"/>
            <a:ext cx="4052917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1" y="2973193"/>
            <a:ext cx="4045103" cy="1732157"/>
          </a:xfrm>
        </p:spPr>
        <p:txBody>
          <a:bodyPr wrap="square" lIns="0" tIns="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779DE22-B44C-76EB-D9B5-E2A361D0012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218710" y="600151"/>
            <a:ext cx="2925290" cy="4543349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16B9EA-7A6C-2515-FC5B-FDEF4798CB0F}"/>
              </a:ext>
            </a:extLst>
          </p:cNvPr>
          <p:cNvCxnSpPr>
            <a:cxnSpLocks/>
          </p:cNvCxnSpPr>
          <p:nvPr userDrawn="1"/>
        </p:nvCxnSpPr>
        <p:spPr>
          <a:xfrm>
            <a:off x="6058906" y="438150"/>
            <a:ext cx="0" cy="4704659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2644C4-949F-B70B-A127-5871047F6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0829"/>
            <a:ext cx="5444510" cy="443198"/>
          </a:xfrm>
          <a:prstGeom prst="rect">
            <a:avLst/>
          </a:prstGeom>
        </p:spPr>
        <p:txBody>
          <a:bodyPr vert="horz" wrap="square" lIns="0" tIns="0" rIns="216000" bIns="0" rtlCol="0" anchor="ctr" anchorCtr="0">
            <a:sp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27034E-BEE5-A3F1-CFE1-221A1E576191}"/>
              </a:ext>
            </a:extLst>
          </p:cNvPr>
          <p:cNvCxnSpPr>
            <a:cxnSpLocks/>
          </p:cNvCxnSpPr>
          <p:nvPr userDrawn="1"/>
        </p:nvCxnSpPr>
        <p:spPr>
          <a:xfrm>
            <a:off x="0" y="1674349"/>
            <a:ext cx="605671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5D0514BC-9E93-AD20-A24E-1FB564E41809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45932" y="2408242"/>
            <a:ext cx="4052917" cy="435408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AE207-66DF-B00B-518E-22D7BADCB04F}"/>
              </a:ext>
            </a:extLst>
          </p:cNvPr>
          <p:cNvSpPr/>
          <p:nvPr userDrawn="1"/>
        </p:nvSpPr>
        <p:spPr>
          <a:xfrm>
            <a:off x="440531" y="2007605"/>
            <a:ext cx="4052917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203461834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3905640"/>
            <a:ext cx="2560359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779DE22-B44C-76EB-D9B5-E2A361D0012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45931" y="1845946"/>
            <a:ext cx="2560359" cy="188626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216B9EA-7A6C-2515-FC5B-FDEF4798CB0F}"/>
              </a:ext>
            </a:extLst>
          </p:cNvPr>
          <p:cNvCxnSpPr>
            <a:cxnSpLocks/>
          </p:cNvCxnSpPr>
          <p:nvPr userDrawn="1"/>
        </p:nvCxnSpPr>
        <p:spPr>
          <a:xfrm>
            <a:off x="3168187" y="1674349"/>
            <a:ext cx="0" cy="346846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72644C4-949F-B70B-A127-5871047F6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0829"/>
            <a:ext cx="8259848" cy="443198"/>
          </a:xfrm>
          <a:prstGeom prst="rect">
            <a:avLst/>
          </a:prstGeom>
        </p:spPr>
        <p:txBody>
          <a:bodyPr vert="horz" wrap="square" lIns="0" tIns="0" rIns="216000" bIns="0" rtlCol="0" anchor="ctr" anchorCtr="0">
            <a:sp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27034E-BEE5-A3F1-CFE1-221A1E576191}"/>
              </a:ext>
            </a:extLst>
          </p:cNvPr>
          <p:cNvCxnSpPr>
            <a:cxnSpLocks/>
          </p:cNvCxnSpPr>
          <p:nvPr userDrawn="1"/>
        </p:nvCxnSpPr>
        <p:spPr>
          <a:xfrm>
            <a:off x="0" y="1674349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5D0514BC-9E93-AD20-A24E-1FB564E41809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45932" y="4306278"/>
            <a:ext cx="2560359" cy="435408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AE207-66DF-B00B-518E-22D7BADCB04F}"/>
              </a:ext>
            </a:extLst>
          </p:cNvPr>
          <p:cNvSpPr/>
          <p:nvPr userDrawn="1"/>
        </p:nvSpPr>
        <p:spPr>
          <a:xfrm>
            <a:off x="440531" y="3905640"/>
            <a:ext cx="2560359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ECF17C-EE7F-7F77-665E-E778C216BA79}"/>
              </a:ext>
            </a:extLst>
          </p:cNvPr>
          <p:cNvCxnSpPr>
            <a:cxnSpLocks/>
          </p:cNvCxnSpPr>
          <p:nvPr userDrawn="1"/>
        </p:nvCxnSpPr>
        <p:spPr>
          <a:xfrm>
            <a:off x="5973506" y="1674349"/>
            <a:ext cx="0" cy="346846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2330B92B-FCC6-3C30-1E88-75C12AF7960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335483" y="3906428"/>
            <a:ext cx="2471894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F91A1925-9A53-23F3-83E8-45CDAF9856C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335482" y="1846735"/>
            <a:ext cx="2471894" cy="188626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885D9AB4-C5D0-1BF1-0268-A5376C389601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3335483" y="4307066"/>
            <a:ext cx="2471894" cy="435408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15C854-6064-D09A-34DE-DCA5EE027234}"/>
              </a:ext>
            </a:extLst>
          </p:cNvPr>
          <p:cNvSpPr/>
          <p:nvPr userDrawn="1"/>
        </p:nvSpPr>
        <p:spPr>
          <a:xfrm>
            <a:off x="3330082" y="3906428"/>
            <a:ext cx="2471894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D861BB76-8240-27E4-425E-ECFA85ED754F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6145424" y="3906428"/>
            <a:ext cx="2560359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0913BEB3-8069-DE68-9FBF-02A1B911625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145424" y="1846735"/>
            <a:ext cx="2560359" cy="188626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56A5FA99-DB56-3A70-47B0-DFDDCA670F39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6145424" y="4307066"/>
            <a:ext cx="2560359" cy="435408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E06BF0-CF2A-B4BC-0142-93F134C8AFC8}"/>
              </a:ext>
            </a:extLst>
          </p:cNvPr>
          <p:cNvSpPr/>
          <p:nvPr userDrawn="1"/>
        </p:nvSpPr>
        <p:spPr>
          <a:xfrm>
            <a:off x="6140024" y="3906428"/>
            <a:ext cx="2560359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6737371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3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3905640"/>
            <a:ext cx="1938891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779DE22-B44C-76EB-D9B5-E2A361D0012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45931" y="1845946"/>
            <a:ext cx="1938891" cy="188626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2644C4-949F-B70B-A127-5871047F6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0829"/>
            <a:ext cx="8259848" cy="443198"/>
          </a:xfrm>
          <a:prstGeom prst="rect">
            <a:avLst/>
          </a:prstGeom>
        </p:spPr>
        <p:txBody>
          <a:bodyPr vert="horz" wrap="square" lIns="0" tIns="0" rIns="216000" bIns="0" rtlCol="0" anchor="ctr" anchorCtr="0">
            <a:sp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27034E-BEE5-A3F1-CFE1-221A1E576191}"/>
              </a:ext>
            </a:extLst>
          </p:cNvPr>
          <p:cNvCxnSpPr>
            <a:cxnSpLocks/>
          </p:cNvCxnSpPr>
          <p:nvPr userDrawn="1"/>
        </p:nvCxnSpPr>
        <p:spPr>
          <a:xfrm>
            <a:off x="0" y="1674349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5D0514BC-9E93-AD20-A24E-1FB564E41809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45932" y="4306278"/>
            <a:ext cx="1938891" cy="435408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AE207-66DF-B00B-518E-22D7BADCB04F}"/>
              </a:ext>
            </a:extLst>
          </p:cNvPr>
          <p:cNvSpPr/>
          <p:nvPr userDrawn="1"/>
        </p:nvSpPr>
        <p:spPr>
          <a:xfrm>
            <a:off x="440531" y="3905640"/>
            <a:ext cx="1938891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2330B92B-FCC6-3C30-1E88-75C12AF7960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549712" y="3906428"/>
            <a:ext cx="1938600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F91A1925-9A53-23F3-83E8-45CDAF9856C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549711" y="1845946"/>
            <a:ext cx="1938600" cy="188626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885D9AB4-C5D0-1BF1-0268-A5376C389601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49712" y="4307066"/>
            <a:ext cx="1938600" cy="435408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15C854-6064-D09A-34DE-DCA5EE027234}"/>
              </a:ext>
            </a:extLst>
          </p:cNvPr>
          <p:cNvSpPr/>
          <p:nvPr userDrawn="1"/>
        </p:nvSpPr>
        <p:spPr>
          <a:xfrm>
            <a:off x="2544311" y="3906428"/>
            <a:ext cx="1938600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D861BB76-8240-27E4-425E-ECFA85ED754F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4658601" y="3906428"/>
            <a:ext cx="1938600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0913BEB3-8069-DE68-9FBF-02A1B911625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58600" y="1845946"/>
            <a:ext cx="1938600" cy="188626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56A5FA99-DB56-3A70-47B0-DFDDCA670F39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4658601" y="4307066"/>
            <a:ext cx="1938600" cy="435408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E06BF0-CF2A-B4BC-0142-93F134C8AFC8}"/>
              </a:ext>
            </a:extLst>
          </p:cNvPr>
          <p:cNvSpPr/>
          <p:nvPr userDrawn="1"/>
        </p:nvSpPr>
        <p:spPr>
          <a:xfrm>
            <a:off x="4653200" y="3906428"/>
            <a:ext cx="1938600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7BA5C233-FD29-BF36-86F6-65280BB45DF3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770033" y="3905652"/>
            <a:ext cx="1938600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2034F75-1396-14AD-04AC-1EB9036E061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770032" y="1845946"/>
            <a:ext cx="1938600" cy="1886264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2BE1B2AC-9BEC-80DB-7AAE-3306F5D3C35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770033" y="4306290"/>
            <a:ext cx="1938600" cy="435408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3614E8-D454-962C-3DA6-6A4D0D8AF811}"/>
              </a:ext>
            </a:extLst>
          </p:cNvPr>
          <p:cNvSpPr/>
          <p:nvPr userDrawn="1"/>
        </p:nvSpPr>
        <p:spPr>
          <a:xfrm>
            <a:off x="6764632" y="3905652"/>
            <a:ext cx="1938600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16874766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V4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3905640"/>
            <a:ext cx="2641358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Picture Placeholder 19">
            <a:extLst>
              <a:ext uri="{FF2B5EF4-FFF2-40B4-BE49-F238E27FC236}">
                <a16:creationId xmlns:a16="http://schemas.microsoft.com/office/drawing/2014/main" id="{0779DE22-B44C-76EB-D9B5-E2A361D0012C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45931" y="1771665"/>
            <a:ext cx="2641360" cy="1960546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5D0514BC-9E93-AD20-A24E-1FB564E41809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45932" y="4306278"/>
            <a:ext cx="2641358" cy="435408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9AE207-66DF-B00B-518E-22D7BADCB04F}"/>
              </a:ext>
            </a:extLst>
          </p:cNvPr>
          <p:cNvSpPr/>
          <p:nvPr userDrawn="1"/>
        </p:nvSpPr>
        <p:spPr>
          <a:xfrm>
            <a:off x="440531" y="3905640"/>
            <a:ext cx="2641358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6" name="Subtitle Placeholder">
            <a:extLst>
              <a:ext uri="{FF2B5EF4-FFF2-40B4-BE49-F238E27FC236}">
                <a16:creationId xmlns:a16="http://schemas.microsoft.com/office/drawing/2014/main" id="{2330B92B-FCC6-3C30-1E88-75C12AF7960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249216" y="3906428"/>
            <a:ext cx="1701000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Picture Placeholder 19">
            <a:extLst>
              <a:ext uri="{FF2B5EF4-FFF2-40B4-BE49-F238E27FC236}">
                <a16:creationId xmlns:a16="http://schemas.microsoft.com/office/drawing/2014/main" id="{F91A1925-9A53-23F3-83E8-45CDAF9856C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249216" y="2735580"/>
            <a:ext cx="1701000" cy="99663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8" name="Text Placeholder">
            <a:extLst>
              <a:ext uri="{FF2B5EF4-FFF2-40B4-BE49-F238E27FC236}">
                <a16:creationId xmlns:a16="http://schemas.microsoft.com/office/drawing/2014/main" id="{885D9AB4-C5D0-1BF1-0268-A5376C389601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3249216" y="4307066"/>
            <a:ext cx="1701000" cy="629307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A15C854-6064-D09A-34DE-DCA5EE027234}"/>
              </a:ext>
            </a:extLst>
          </p:cNvPr>
          <p:cNvSpPr/>
          <p:nvPr userDrawn="1"/>
        </p:nvSpPr>
        <p:spPr>
          <a:xfrm>
            <a:off x="3249216" y="3906428"/>
            <a:ext cx="1701000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D861BB76-8240-27E4-425E-ECFA85ED754F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127747" y="3906428"/>
            <a:ext cx="1701000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1" name="Picture Placeholder 19">
            <a:extLst>
              <a:ext uri="{FF2B5EF4-FFF2-40B4-BE49-F238E27FC236}">
                <a16:creationId xmlns:a16="http://schemas.microsoft.com/office/drawing/2014/main" id="{0913BEB3-8069-DE68-9FBF-02A1B911625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27747" y="2735580"/>
            <a:ext cx="1701000" cy="99663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22" name="Text Placeholder">
            <a:extLst>
              <a:ext uri="{FF2B5EF4-FFF2-40B4-BE49-F238E27FC236}">
                <a16:creationId xmlns:a16="http://schemas.microsoft.com/office/drawing/2014/main" id="{56A5FA99-DB56-3A70-47B0-DFDDCA670F39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5127747" y="4307066"/>
            <a:ext cx="1701000" cy="629307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E06BF0-CF2A-B4BC-0142-93F134C8AFC8}"/>
              </a:ext>
            </a:extLst>
          </p:cNvPr>
          <p:cNvSpPr/>
          <p:nvPr userDrawn="1"/>
        </p:nvSpPr>
        <p:spPr>
          <a:xfrm>
            <a:off x="5127747" y="3906428"/>
            <a:ext cx="1701000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5" name="Subtitle Placeholder">
            <a:extLst>
              <a:ext uri="{FF2B5EF4-FFF2-40B4-BE49-F238E27FC236}">
                <a16:creationId xmlns:a16="http://schemas.microsoft.com/office/drawing/2014/main" id="{7BA5C233-FD29-BF36-86F6-65280BB45DF3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995478" y="3905652"/>
            <a:ext cx="1701000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Picture Placeholder 19">
            <a:extLst>
              <a:ext uri="{FF2B5EF4-FFF2-40B4-BE49-F238E27FC236}">
                <a16:creationId xmlns:a16="http://schemas.microsoft.com/office/drawing/2014/main" id="{62034F75-1396-14AD-04AC-1EB9036E061F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995478" y="2735580"/>
            <a:ext cx="1701000" cy="99663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2BE1B2AC-9BEC-80DB-7AAE-3306F5D3C35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6995478" y="4306290"/>
            <a:ext cx="1701000" cy="629307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B3614E8-D454-962C-3DA6-6A4D0D8AF811}"/>
              </a:ext>
            </a:extLst>
          </p:cNvPr>
          <p:cNvSpPr/>
          <p:nvPr userDrawn="1"/>
        </p:nvSpPr>
        <p:spPr>
          <a:xfrm>
            <a:off x="6995478" y="3905652"/>
            <a:ext cx="1701000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0929F14-C3CA-ED7C-5516-A13A64C4CD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656710"/>
            <a:ext cx="2650526" cy="8863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</a:t>
            </a:r>
            <a:endParaRPr lang="ru-RU" dirty="0"/>
          </a:p>
        </p:txBody>
      </p:sp>
      <p:sp>
        <p:nvSpPr>
          <p:cNvPr id="39" name="Subtitle Placeholder">
            <a:extLst>
              <a:ext uri="{FF2B5EF4-FFF2-40B4-BE49-F238E27FC236}">
                <a16:creationId xmlns:a16="http://schemas.microsoft.com/office/drawing/2014/main" id="{FCFEEF4B-C175-773E-A4EA-360A13F88D36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3249216" y="1772441"/>
            <a:ext cx="1701000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0" name="Picture Placeholder 19">
            <a:extLst>
              <a:ext uri="{FF2B5EF4-FFF2-40B4-BE49-F238E27FC236}">
                <a16:creationId xmlns:a16="http://schemas.microsoft.com/office/drawing/2014/main" id="{4F336C71-6A96-F33E-A606-7AD718491E6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249216" y="601592"/>
            <a:ext cx="1701000" cy="99663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1" name="Text Placeholder">
            <a:extLst>
              <a:ext uri="{FF2B5EF4-FFF2-40B4-BE49-F238E27FC236}">
                <a16:creationId xmlns:a16="http://schemas.microsoft.com/office/drawing/2014/main" id="{40E6AA48-7616-9609-EF8C-19BA9E047C24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3249216" y="2173078"/>
            <a:ext cx="1701000" cy="629307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4466EB8-42EE-F30D-F9CF-7D2D618F03E0}"/>
              </a:ext>
            </a:extLst>
          </p:cNvPr>
          <p:cNvSpPr/>
          <p:nvPr userDrawn="1"/>
        </p:nvSpPr>
        <p:spPr>
          <a:xfrm>
            <a:off x="3249216" y="1772441"/>
            <a:ext cx="1701000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43" name="Subtitle Placeholder">
            <a:extLst>
              <a:ext uri="{FF2B5EF4-FFF2-40B4-BE49-F238E27FC236}">
                <a16:creationId xmlns:a16="http://schemas.microsoft.com/office/drawing/2014/main" id="{79730127-1A89-5228-A36D-476E095EAFC7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5127747" y="1772441"/>
            <a:ext cx="1701000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4" name="Picture Placeholder 19">
            <a:extLst>
              <a:ext uri="{FF2B5EF4-FFF2-40B4-BE49-F238E27FC236}">
                <a16:creationId xmlns:a16="http://schemas.microsoft.com/office/drawing/2014/main" id="{6866C12C-E38B-414A-AA56-C3041EA71FC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5127747" y="601592"/>
            <a:ext cx="1701000" cy="99663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5" name="Text Placeholder">
            <a:extLst>
              <a:ext uri="{FF2B5EF4-FFF2-40B4-BE49-F238E27FC236}">
                <a16:creationId xmlns:a16="http://schemas.microsoft.com/office/drawing/2014/main" id="{037FCFC5-BECC-1A1E-C88C-3BE9A85F92E0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5127747" y="2173078"/>
            <a:ext cx="1701000" cy="629307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077B66C-9B05-B8AE-EB67-131671D4D880}"/>
              </a:ext>
            </a:extLst>
          </p:cNvPr>
          <p:cNvSpPr/>
          <p:nvPr userDrawn="1"/>
        </p:nvSpPr>
        <p:spPr>
          <a:xfrm>
            <a:off x="5127747" y="1772441"/>
            <a:ext cx="1701000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47" name="Subtitle Placeholder">
            <a:extLst>
              <a:ext uri="{FF2B5EF4-FFF2-40B4-BE49-F238E27FC236}">
                <a16:creationId xmlns:a16="http://schemas.microsoft.com/office/drawing/2014/main" id="{835DFE2D-8A1A-C6D6-3ACB-B47879ADB612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6995478" y="1771664"/>
            <a:ext cx="1701000" cy="371331"/>
          </a:xfrm>
        </p:spPr>
        <p:txBody>
          <a:bodyPr wrap="square" lIns="216000" tIns="21600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8" name="Picture Placeholder 19">
            <a:extLst>
              <a:ext uri="{FF2B5EF4-FFF2-40B4-BE49-F238E27FC236}">
                <a16:creationId xmlns:a16="http://schemas.microsoft.com/office/drawing/2014/main" id="{41254DBF-74A0-B52F-D173-D38E837B557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995478" y="601592"/>
            <a:ext cx="1701000" cy="996630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9" name="Text Placeholder">
            <a:extLst>
              <a:ext uri="{FF2B5EF4-FFF2-40B4-BE49-F238E27FC236}">
                <a16:creationId xmlns:a16="http://schemas.microsoft.com/office/drawing/2014/main" id="{44AFCB08-BD69-0C67-DC73-ECB3748ED222}"/>
              </a:ext>
            </a:extLst>
          </p:cNvPr>
          <p:cNvSpPr>
            <a:spLocks noGrp="1"/>
          </p:cNvSpPr>
          <p:nvPr>
            <p:ph type="body" idx="47"/>
          </p:nvPr>
        </p:nvSpPr>
        <p:spPr>
          <a:xfrm>
            <a:off x="6995478" y="2172302"/>
            <a:ext cx="1701000" cy="629307"/>
          </a:xfrm>
        </p:spPr>
        <p:txBody>
          <a:bodyPr wrap="square" lIns="216000" tIns="36000" rIns="216000" bIns="216000" anchor="t" anchorCtr="0">
            <a:sp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1FB867-A5E2-5BE9-9360-8899C501AB6D}"/>
              </a:ext>
            </a:extLst>
          </p:cNvPr>
          <p:cNvSpPr/>
          <p:nvPr userDrawn="1"/>
        </p:nvSpPr>
        <p:spPr>
          <a:xfrm>
            <a:off x="6995478" y="1771664"/>
            <a:ext cx="1701000" cy="799698"/>
          </a:xfrm>
          <a:prstGeom prst="rect">
            <a:avLst/>
          </a:prstGeom>
          <a:noFill/>
          <a:ln w="127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24898705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2644C4-949F-B70B-A127-5871047F6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880829"/>
            <a:ext cx="8259848" cy="443198"/>
          </a:xfrm>
          <a:prstGeom prst="rect">
            <a:avLst/>
          </a:prstGeom>
        </p:spPr>
        <p:txBody>
          <a:bodyPr vert="horz" wrap="square" lIns="0" tIns="0" rIns="216000" bIns="0" rtlCol="0" anchor="ctr" anchorCtr="0">
            <a:sp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27034E-BEE5-A3F1-CFE1-221A1E576191}"/>
              </a:ext>
            </a:extLst>
          </p:cNvPr>
          <p:cNvCxnSpPr>
            <a:cxnSpLocks/>
          </p:cNvCxnSpPr>
          <p:nvPr userDrawn="1"/>
        </p:nvCxnSpPr>
        <p:spPr>
          <a:xfrm>
            <a:off x="0" y="1674349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469F4DF-F75D-E589-11AA-53E712E9E128}"/>
              </a:ext>
            </a:extLst>
          </p:cNvPr>
          <p:cNvCxnSpPr>
            <a:cxnSpLocks/>
          </p:cNvCxnSpPr>
          <p:nvPr userDrawn="1"/>
        </p:nvCxnSpPr>
        <p:spPr>
          <a:xfrm>
            <a:off x="440531" y="1674349"/>
            <a:ext cx="5400" cy="346915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C3A782A-E589-A17B-4643-4A019AC66C19}"/>
              </a:ext>
            </a:extLst>
          </p:cNvPr>
          <p:cNvCxnSpPr>
            <a:cxnSpLocks/>
          </p:cNvCxnSpPr>
          <p:nvPr userDrawn="1"/>
        </p:nvCxnSpPr>
        <p:spPr>
          <a:xfrm>
            <a:off x="8692669" y="1674349"/>
            <a:ext cx="5400" cy="3469151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B65D6AD5-A189-F5C5-6C4C-3B21FE39C55C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445932" y="1685037"/>
            <a:ext cx="8257537" cy="3020314"/>
          </a:xfrm>
        </p:spPr>
        <p:txBody>
          <a:bodyPr lIns="216000" tIns="216000" rIns="216000" bIns="216000">
            <a:normAutofit/>
          </a:bodyPr>
          <a:lstStyle>
            <a:lvl1pPr marL="171450" indent="-171450"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1pPr>
            <a:lvl2pPr marL="514350" indent="-171450"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2pPr>
            <a:lvl3pPr marL="857250" indent="-171450"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3pPr>
            <a:lvl4pPr marL="1200150" indent="-171450"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4pPr>
            <a:lvl5pPr marL="1543050" indent="-171450">
              <a:buFont typeface="Wingdings" panose="05000000000000000000" pitchFamily="2" charset="2"/>
              <a:buChar char="§"/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9472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8632" y="2272517"/>
            <a:ext cx="4044599" cy="950411"/>
          </a:xfrm>
        </p:spPr>
        <p:txBody>
          <a:bodyPr wrap="square" lIns="216000" tIns="216000" rIns="216000" bIns="216000" anchor="ctr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7309C13-EDBF-C4F9-1A6B-7CEA3EA8B6FA}"/>
              </a:ext>
            </a:extLst>
          </p:cNvPr>
          <p:cNvCxnSpPr>
            <a:cxnSpLocks/>
          </p:cNvCxnSpPr>
          <p:nvPr userDrawn="1"/>
        </p:nvCxnSpPr>
        <p:spPr>
          <a:xfrm>
            <a:off x="4492121" y="442437"/>
            <a:ext cx="0" cy="14804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667282" y="2272516"/>
            <a:ext cx="4036187" cy="2313855"/>
          </a:xfrm>
        </p:spPr>
        <p:txBody>
          <a:bodyPr lIns="216000" tIns="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AA2E6-9808-188F-22E0-72B6503C9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3" y="773295"/>
            <a:ext cx="4049999" cy="886397"/>
          </a:xfrm>
          <a:prstGeom prst="rect">
            <a:avLst/>
          </a:prstGeom>
        </p:spPr>
        <p:txBody>
          <a:bodyPr vert="horz" wrap="square" lIns="0" tIns="0" rIns="43200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ru-RU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339584A-5ABD-50C0-5334-DD95259742B4}"/>
              </a:ext>
            </a:extLst>
          </p:cNvPr>
          <p:cNvCxnSpPr>
            <a:cxnSpLocks/>
          </p:cNvCxnSpPr>
          <p:nvPr userDrawn="1"/>
        </p:nvCxnSpPr>
        <p:spPr>
          <a:xfrm>
            <a:off x="1" y="1918639"/>
            <a:ext cx="4492121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7A629F80-90C3-7D92-762D-AC45618DF98B}"/>
              </a:ext>
            </a:extLst>
          </p:cNvPr>
          <p:cNvSpPr/>
          <p:nvPr userDrawn="1"/>
        </p:nvSpPr>
        <p:spPr>
          <a:xfrm>
            <a:off x="8023068" y="438150"/>
            <a:ext cx="675000" cy="945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ln w="12700">
                <a:noFill/>
              </a:ln>
              <a:noFill/>
            </a:endParaRPr>
          </a:p>
        </p:txBody>
      </p:sp>
      <p:pic>
        <p:nvPicPr>
          <p:cNvPr id="26" name="Graphic 25" descr="Question mark outline">
            <a:extLst>
              <a:ext uri="{FF2B5EF4-FFF2-40B4-BE49-F238E27FC236}">
                <a16:creationId xmlns:a16="http://schemas.microsoft.com/office/drawing/2014/main" id="{81EC47F6-F3F5-041F-A8BB-710D9D9DA8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0568" y="640650"/>
            <a:ext cx="540000" cy="540000"/>
          </a:xfrm>
          <a:prstGeom prst="rect">
            <a:avLst/>
          </a:prstGeom>
        </p:spPr>
      </p:pic>
      <p:sp>
        <p:nvSpPr>
          <p:cNvPr id="27" name="Footer Placeholder">
            <a:extLst>
              <a:ext uri="{FF2B5EF4-FFF2-40B4-BE49-F238E27FC236}">
                <a16:creationId xmlns:a16="http://schemas.microsoft.com/office/drawing/2014/main" id="{6D70E010-7D66-CC97-B424-88B052B6F5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70819E6-258A-32B2-378B-836F5340ED4D}"/>
              </a:ext>
            </a:extLst>
          </p:cNvPr>
          <p:cNvSpPr/>
          <p:nvPr userDrawn="1"/>
        </p:nvSpPr>
        <p:spPr>
          <a:xfrm>
            <a:off x="445932" y="2272517"/>
            <a:ext cx="4049998" cy="950408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19059048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3235263"/>
            <a:ext cx="2641361" cy="415800"/>
          </a:xfrm>
        </p:spPr>
        <p:txBody>
          <a:bodyPr wrap="square" lIns="0" tIns="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671146"/>
            <a:ext cx="2641360" cy="1039500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249082" y="3235263"/>
            <a:ext cx="2641361" cy="415800"/>
          </a:xfrm>
        </p:spPr>
        <p:txBody>
          <a:bodyPr wrap="square" lIns="216000" tIns="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249082" y="3671146"/>
            <a:ext cx="2641360" cy="10395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62110" y="3235263"/>
            <a:ext cx="2641361" cy="415800"/>
          </a:xfrm>
        </p:spPr>
        <p:txBody>
          <a:bodyPr wrap="square" lIns="216000" tIns="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062109" y="3671146"/>
            <a:ext cx="2641360" cy="10395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436245" y="1918639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0" y="2100930"/>
            <a:ext cx="2643300" cy="9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3249215" y="2100930"/>
            <a:ext cx="2643300" cy="94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6062108" y="2100930"/>
            <a:ext cx="2643300" cy="94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1480489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Large Number Placeholder">
            <a:extLst>
              <a:ext uri="{FF2B5EF4-FFF2-40B4-BE49-F238E27FC236}">
                <a16:creationId xmlns:a16="http://schemas.microsoft.com/office/drawing/2014/main" id="{930B73BF-B506-9683-8991-4E8870E8942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40531" y="2284890"/>
            <a:ext cx="2643300" cy="577081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75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Medium Number Placeholder">
            <a:extLst>
              <a:ext uri="{FF2B5EF4-FFF2-40B4-BE49-F238E27FC236}">
                <a16:creationId xmlns:a16="http://schemas.microsoft.com/office/drawing/2014/main" id="{C3847083-D86B-934A-8C34-9CA7687278A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3251231" y="2342598"/>
            <a:ext cx="26433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8" name="Small Number Placeholder">
            <a:extLst>
              <a:ext uri="{FF2B5EF4-FFF2-40B4-BE49-F238E27FC236}">
                <a16:creationId xmlns:a16="http://schemas.microsoft.com/office/drawing/2014/main" id="{8065A3FF-951B-EE9B-1F20-9B4708ED902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6061931" y="2400306"/>
            <a:ext cx="2643300" cy="346249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225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</p:spTree>
    <p:extLst>
      <p:ext uri="{BB962C8B-B14F-4D97-AF65-F5344CB8AC3E}">
        <p14:creationId xmlns:p14="http://schemas.microsoft.com/office/powerpoint/2010/main" val="10101411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sV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ubtitle Placeholder">
            <a:extLst>
              <a:ext uri="{FF2B5EF4-FFF2-40B4-BE49-F238E27FC236}">
                <a16:creationId xmlns:a16="http://schemas.microsoft.com/office/drawing/2014/main" id="{8D9FEA22-AFCB-A310-E897-7095E020ED0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445932" y="3235263"/>
            <a:ext cx="2641361" cy="415800"/>
          </a:xfrm>
        </p:spPr>
        <p:txBody>
          <a:bodyPr wrap="square" lIns="0" tIns="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671146"/>
            <a:ext cx="2641360" cy="1039500"/>
          </a:xfrm>
        </p:spPr>
        <p:txBody>
          <a:bodyPr wrap="square" lIns="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8" name="Subtitle Placeholder">
            <a:extLst>
              <a:ext uri="{FF2B5EF4-FFF2-40B4-BE49-F238E27FC236}">
                <a16:creationId xmlns:a16="http://schemas.microsoft.com/office/drawing/2014/main" id="{C5018DC3-7CFE-FE66-8938-1FBABE26A8CD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3249082" y="3235263"/>
            <a:ext cx="2641361" cy="415800"/>
          </a:xfrm>
        </p:spPr>
        <p:txBody>
          <a:bodyPr wrap="square" lIns="216000" tIns="0" rIns="21600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249082" y="3671146"/>
            <a:ext cx="2641360" cy="1039500"/>
          </a:xfrm>
        </p:spPr>
        <p:txBody>
          <a:bodyPr wrap="square" lIns="216000" tIns="108000" rIns="21600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0" name="Subtitle Placeholder">
            <a:extLst>
              <a:ext uri="{FF2B5EF4-FFF2-40B4-BE49-F238E27FC236}">
                <a16:creationId xmlns:a16="http://schemas.microsoft.com/office/drawing/2014/main" id="{6FB13E1B-5C4C-A2F6-3C1B-0E9BA6AC108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062110" y="3235263"/>
            <a:ext cx="2641361" cy="415800"/>
          </a:xfrm>
        </p:spPr>
        <p:txBody>
          <a:bodyPr wrap="square" lIns="216000" tIns="0" rIns="0" bIns="0" anchor="b" anchorCtr="0">
            <a:noAutofit/>
          </a:bodyPr>
          <a:lstStyle>
            <a:lvl1pPr marL="0" indent="0" algn="l">
              <a:spcBef>
                <a:spcPts val="450"/>
              </a:spcBef>
              <a:buNone/>
              <a:defRPr sz="135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062109" y="3671146"/>
            <a:ext cx="2641360" cy="1039500"/>
          </a:xfrm>
        </p:spPr>
        <p:txBody>
          <a:bodyPr wrap="square" lIns="216000" tIns="108000" rIns="0" bIns="0" anchor="t" anchorCtr="0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436245" y="1918639"/>
            <a:ext cx="8703469" cy="0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0" y="2100930"/>
            <a:ext cx="2643300" cy="945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3249215" y="2100930"/>
            <a:ext cx="2643300" cy="945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6062108" y="2100930"/>
            <a:ext cx="2643300" cy="945000"/>
          </a:xfrm>
          <a:prstGeom prst="rect">
            <a:avLst/>
          </a:prstGeom>
          <a:noFill/>
          <a:ln w="127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148048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Large Number Placeholder">
            <a:extLst>
              <a:ext uri="{FF2B5EF4-FFF2-40B4-BE49-F238E27FC236}">
                <a16:creationId xmlns:a16="http://schemas.microsoft.com/office/drawing/2014/main" id="{930B73BF-B506-9683-8991-4E8870E8942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40531" y="2284890"/>
            <a:ext cx="2643300" cy="577081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75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Medium Number Placeholder">
            <a:extLst>
              <a:ext uri="{FF2B5EF4-FFF2-40B4-BE49-F238E27FC236}">
                <a16:creationId xmlns:a16="http://schemas.microsoft.com/office/drawing/2014/main" id="{C3847083-D86B-934A-8C34-9CA7687278A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3251231" y="2342598"/>
            <a:ext cx="26433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8" name="Small Number Placeholder">
            <a:extLst>
              <a:ext uri="{FF2B5EF4-FFF2-40B4-BE49-F238E27FC236}">
                <a16:creationId xmlns:a16="http://schemas.microsoft.com/office/drawing/2014/main" id="{8065A3FF-951B-EE9B-1F20-9B4708ED902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6061931" y="2400306"/>
            <a:ext cx="2643300" cy="346249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225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C01D993A-3FA8-5FD4-23C5-347F9647676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bg1">
                    <a:alpha val="5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669380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sV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13" name="Text Placeholder">
            <a:extLst>
              <a:ext uri="{FF2B5EF4-FFF2-40B4-BE49-F238E27FC236}">
                <a16:creationId xmlns:a16="http://schemas.microsoft.com/office/drawing/2014/main" id="{65CE0879-97A8-9017-3FE7-E92414DCB21F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445932" y="3671997"/>
            <a:ext cx="2641360" cy="762661"/>
          </a:xfrm>
        </p:spPr>
        <p:txBody>
          <a:bodyPr wrap="square" lIns="216000" tIns="0" rIns="216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19" name="Text Placeholder">
            <a:extLst>
              <a:ext uri="{FF2B5EF4-FFF2-40B4-BE49-F238E27FC236}">
                <a16:creationId xmlns:a16="http://schemas.microsoft.com/office/drawing/2014/main" id="{27855F53-C683-FEBF-9C34-854B367D05FB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3249082" y="3671997"/>
            <a:ext cx="2641360" cy="764100"/>
          </a:xfrm>
        </p:spPr>
        <p:txBody>
          <a:bodyPr wrap="square" lIns="216000" tIns="0" rIns="216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ru-RU" dirty="0"/>
          </a:p>
        </p:txBody>
      </p:sp>
      <p:sp>
        <p:nvSpPr>
          <p:cNvPr id="21" name="Text Placeholder">
            <a:extLst>
              <a:ext uri="{FF2B5EF4-FFF2-40B4-BE49-F238E27FC236}">
                <a16:creationId xmlns:a16="http://schemas.microsoft.com/office/drawing/2014/main" id="{AB2E83E1-490A-9AF5-0A8D-9BB8566C8AD0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6062109" y="3671997"/>
            <a:ext cx="2641360" cy="764100"/>
          </a:xfrm>
        </p:spPr>
        <p:txBody>
          <a:bodyPr wrap="square" lIns="216000" tIns="0" rIns="216000" bIns="0" anchor="t" anchorCtr="0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0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E90B82-0696-65DA-675F-7E507F34C1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43200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366080-EE7B-EDD5-40B1-7C71B8DE8938}"/>
              </a:ext>
            </a:extLst>
          </p:cNvPr>
          <p:cNvCxnSpPr>
            <a:cxnSpLocks/>
          </p:cNvCxnSpPr>
          <p:nvPr userDrawn="1"/>
        </p:nvCxnSpPr>
        <p:spPr>
          <a:xfrm>
            <a:off x="436245" y="1918639"/>
            <a:ext cx="8703469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38451AE3-4834-C15C-D996-CB2396BCB3DA}"/>
              </a:ext>
            </a:extLst>
          </p:cNvPr>
          <p:cNvSpPr/>
          <p:nvPr userDrawn="1"/>
        </p:nvSpPr>
        <p:spPr>
          <a:xfrm>
            <a:off x="445930" y="2571750"/>
            <a:ext cx="2643300" cy="9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35A207-9D69-EAB8-E364-386797D53BB6}"/>
              </a:ext>
            </a:extLst>
          </p:cNvPr>
          <p:cNvSpPr/>
          <p:nvPr userDrawn="1"/>
        </p:nvSpPr>
        <p:spPr>
          <a:xfrm>
            <a:off x="3249215" y="2571750"/>
            <a:ext cx="2643300" cy="94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4F0DD-509A-4A37-D90F-E2E85617263D}"/>
              </a:ext>
            </a:extLst>
          </p:cNvPr>
          <p:cNvSpPr/>
          <p:nvPr userDrawn="1"/>
        </p:nvSpPr>
        <p:spPr>
          <a:xfrm>
            <a:off x="6062108" y="2571750"/>
            <a:ext cx="2643300" cy="945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E69D773-8BFE-34B4-DFA1-7D0302C13D87}"/>
              </a:ext>
            </a:extLst>
          </p:cNvPr>
          <p:cNvCxnSpPr>
            <a:cxnSpLocks/>
          </p:cNvCxnSpPr>
          <p:nvPr userDrawn="1"/>
        </p:nvCxnSpPr>
        <p:spPr>
          <a:xfrm>
            <a:off x="440531" y="438150"/>
            <a:ext cx="0" cy="1480489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Number Placeholder">
            <a:extLst>
              <a:ext uri="{FF2B5EF4-FFF2-40B4-BE49-F238E27FC236}">
                <a16:creationId xmlns:a16="http://schemas.microsoft.com/office/drawing/2014/main" id="{930B73BF-B506-9683-8991-4E8870E89425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40531" y="2813418"/>
            <a:ext cx="26433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5" name="Number Placeholder">
            <a:extLst>
              <a:ext uri="{FF2B5EF4-FFF2-40B4-BE49-F238E27FC236}">
                <a16:creationId xmlns:a16="http://schemas.microsoft.com/office/drawing/2014/main" id="{C3847083-D86B-934A-8C34-9CA7687278A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3251231" y="2813418"/>
            <a:ext cx="26433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sp>
        <p:nvSpPr>
          <p:cNvPr id="8" name="Number Placeholder">
            <a:extLst>
              <a:ext uri="{FF2B5EF4-FFF2-40B4-BE49-F238E27FC236}">
                <a16:creationId xmlns:a16="http://schemas.microsoft.com/office/drawing/2014/main" id="{8065A3FF-951B-EE9B-1F20-9B4708ED9029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6061931" y="2813418"/>
            <a:ext cx="2643300" cy="461665"/>
          </a:xfrm>
        </p:spPr>
        <p:txBody>
          <a:bodyPr wrap="square" lIns="216000" tIns="0" rIns="216000" bIns="0" anchor="ctr" anchorCtr="0">
            <a:spAutoFit/>
          </a:bodyPr>
          <a:lstStyle>
            <a:lvl1pPr marL="0" indent="0" algn="ctr">
              <a:spcBef>
                <a:spcPts val="0"/>
              </a:spcBef>
              <a:buNone/>
              <a:defRPr sz="3000" b="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XX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2CF44D-36EF-FB97-720B-E24DB9FCC535}"/>
              </a:ext>
            </a:extLst>
          </p:cNvPr>
          <p:cNvCxnSpPr>
            <a:cxnSpLocks/>
          </p:cNvCxnSpPr>
          <p:nvPr userDrawn="1"/>
        </p:nvCxnSpPr>
        <p:spPr>
          <a:xfrm>
            <a:off x="0" y="4710646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50236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92D9940-C033-4729-0CD0-9118DC4A88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5932" y="773295"/>
            <a:ext cx="8262938" cy="88639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>
              <a:lnSpc>
                <a:spcPct val="80000"/>
              </a:lnSpc>
              <a:defRPr sz="3600" b="0" spc="0" baseline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  <a:r>
              <a:rPr lang="ru-RU" dirty="0"/>
              <a:t> </a:t>
            </a:r>
            <a:r>
              <a:rPr lang="en-US" dirty="0"/>
              <a:t>STYLES</a:t>
            </a:r>
            <a:endParaRPr lang="ru-R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3AD0F5-4571-EE9A-315A-EDE1447DDAFB}"/>
              </a:ext>
            </a:extLst>
          </p:cNvPr>
          <p:cNvCxnSpPr>
            <a:cxnSpLocks/>
          </p:cNvCxnSpPr>
          <p:nvPr userDrawn="1"/>
        </p:nvCxnSpPr>
        <p:spPr>
          <a:xfrm>
            <a:off x="0" y="1918639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593221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CE0264E-AB3A-6E18-C134-CD1B1E3547EF}"/>
              </a:ext>
            </a:extLst>
          </p:cNvPr>
          <p:cNvCxnSpPr>
            <a:cxnSpLocks/>
          </p:cNvCxnSpPr>
          <p:nvPr userDrawn="1"/>
        </p:nvCxnSpPr>
        <p:spPr>
          <a:xfrm>
            <a:off x="0" y="438150"/>
            <a:ext cx="9144000" cy="0"/>
          </a:xfrm>
          <a:prstGeom prst="line">
            <a:avLst/>
          </a:prstGeom>
          <a:ln w="12700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6761FD8A-2BA1-C48E-9CDB-D28076A33A2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5931" y="242389"/>
            <a:ext cx="4050000" cy="150041"/>
          </a:xfrm>
        </p:spPr>
        <p:txBody>
          <a:bodyPr wrap="square" lIns="0" tIns="0" rIns="0" bIns="0">
            <a:sp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75">
                <a:solidFill>
                  <a:schemeClr val="tx1">
                    <a:alpha val="40000"/>
                  </a:schemeClr>
                </a:solidFill>
                <a:latin typeface="+mn-lt"/>
              </a:defRPr>
            </a:lvl1pPr>
            <a:lvl5pPr marL="1371600" indent="0">
              <a:buNone/>
              <a:defRPr/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Footer Placeholder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63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4.xml"/><Relationship Id="rId18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27.xml"/><Relationship Id="rId39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22.xml"/><Relationship Id="rId34" Type="http://schemas.openxmlformats.org/officeDocument/2006/relationships/slideLayout" Target="../slideLayouts/slideLayout35.xml"/><Relationship Id="rId42" Type="http://schemas.openxmlformats.org/officeDocument/2006/relationships/slideLayout" Target="../slideLayouts/slideLayout43.xml"/><Relationship Id="rId47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51.xml"/><Relationship Id="rId55" Type="http://schemas.openxmlformats.org/officeDocument/2006/relationships/image" Target="../media/image1.jpeg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2.xml"/><Relationship Id="rId24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41.xml"/><Relationship Id="rId45" Type="http://schemas.openxmlformats.org/officeDocument/2006/relationships/slideLayout" Target="../slideLayouts/slideLayout46.xml"/><Relationship Id="rId53" Type="http://schemas.openxmlformats.org/officeDocument/2006/relationships/slideLayout" Target="../slideLayouts/slideLayout54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20.xml"/><Relationship Id="rId31" Type="http://schemas.openxmlformats.org/officeDocument/2006/relationships/slideLayout" Target="../slideLayouts/slideLayout32.xml"/><Relationship Id="rId44" Type="http://schemas.openxmlformats.org/officeDocument/2006/relationships/slideLayout" Target="../slideLayouts/slideLayout45.xml"/><Relationship Id="rId52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Relationship Id="rId22" Type="http://schemas.openxmlformats.org/officeDocument/2006/relationships/slideLayout" Target="../slideLayouts/slideLayout23.xml"/><Relationship Id="rId27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6.xml"/><Relationship Id="rId43" Type="http://schemas.openxmlformats.org/officeDocument/2006/relationships/slideLayout" Target="../slideLayouts/slideLayout44.xml"/><Relationship Id="rId48" Type="http://schemas.openxmlformats.org/officeDocument/2006/relationships/slideLayout" Target="../slideLayouts/slideLayout49.xml"/><Relationship Id="rId8" Type="http://schemas.openxmlformats.org/officeDocument/2006/relationships/slideLayout" Target="../slideLayouts/slideLayout9.xml"/><Relationship Id="rId51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.xml"/><Relationship Id="rId12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34.xml"/><Relationship Id="rId38" Type="http://schemas.openxmlformats.org/officeDocument/2006/relationships/slideLayout" Target="../slideLayouts/slideLayout39.xml"/><Relationship Id="rId4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21.xml"/><Relationship Id="rId41" Type="http://schemas.openxmlformats.org/officeDocument/2006/relationships/slideLayout" Target="../slideLayouts/slideLayout42.xml"/><Relationship Id="rId54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6.xml"/><Relationship Id="rId23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37.xml"/><Relationship Id="rId49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DBC626-9493-4173-4785-B4E4251F3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905" y="330109"/>
            <a:ext cx="8255564" cy="75713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DC0C7E-C392-88D5-6F37-5427AF82E7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7905" y="1369219"/>
            <a:ext cx="8255564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E88FD4-43FA-F80D-DA99-3B57A0B99735}"/>
              </a:ext>
            </a:extLst>
          </p:cNvPr>
          <p:cNvPicPr>
            <a:picLocks noChangeAspect="1"/>
          </p:cNvPicPr>
          <p:nvPr userDrawn="1"/>
        </p:nvPicPr>
        <p:blipFill>
          <a:blip r:embed="rId5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469" y="4782899"/>
            <a:ext cx="1329000" cy="32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  <p:sldLayoutId id="2147484056" r:id="rId2"/>
    <p:sldLayoutId id="2147484060" r:id="rId3"/>
    <p:sldLayoutId id="2147484059" r:id="rId4"/>
    <p:sldLayoutId id="2147484064" r:id="rId5"/>
    <p:sldLayoutId id="2147484065" r:id="rId6"/>
    <p:sldLayoutId id="2147484055" r:id="rId7"/>
    <p:sldLayoutId id="2147484061" r:id="rId8"/>
    <p:sldLayoutId id="2147484066" r:id="rId9"/>
    <p:sldLayoutId id="2147484067" r:id="rId10"/>
    <p:sldLayoutId id="2147484068" r:id="rId11"/>
    <p:sldLayoutId id="2147484062" r:id="rId12"/>
    <p:sldLayoutId id="2147484069" r:id="rId13"/>
    <p:sldLayoutId id="2147484070" r:id="rId14"/>
    <p:sldLayoutId id="2147484071" r:id="rId15"/>
    <p:sldLayoutId id="2147484072" r:id="rId16"/>
    <p:sldLayoutId id="2147484073" r:id="rId17"/>
    <p:sldLayoutId id="2147484074" r:id="rId18"/>
    <p:sldLayoutId id="2147484076" r:id="rId19"/>
    <p:sldLayoutId id="2147484075" r:id="rId20"/>
    <p:sldLayoutId id="2147484112" r:id="rId21"/>
    <p:sldLayoutId id="2147484113" r:id="rId22"/>
    <p:sldLayoutId id="2147484114" r:id="rId23"/>
    <p:sldLayoutId id="2147484115" r:id="rId24"/>
    <p:sldLayoutId id="2147484116" r:id="rId25"/>
    <p:sldLayoutId id="2147484117" r:id="rId26"/>
    <p:sldLayoutId id="2147484118" r:id="rId27"/>
    <p:sldLayoutId id="2147484119" r:id="rId28"/>
    <p:sldLayoutId id="2147484120" r:id="rId29"/>
    <p:sldLayoutId id="2147484084" r:id="rId30"/>
    <p:sldLayoutId id="2147484086" r:id="rId31"/>
    <p:sldLayoutId id="2147484087" r:id="rId32"/>
    <p:sldLayoutId id="2147484088" r:id="rId33"/>
    <p:sldLayoutId id="2147484089" r:id="rId34"/>
    <p:sldLayoutId id="2147484090" r:id="rId35"/>
    <p:sldLayoutId id="2147484091" r:id="rId36"/>
    <p:sldLayoutId id="2147484092" r:id="rId37"/>
    <p:sldLayoutId id="2147484093" r:id="rId38"/>
    <p:sldLayoutId id="2147484094" r:id="rId39"/>
    <p:sldLayoutId id="2147484098" r:id="rId40"/>
    <p:sldLayoutId id="2147484096" r:id="rId41"/>
    <p:sldLayoutId id="2147484097" r:id="rId42"/>
    <p:sldLayoutId id="2147484099" r:id="rId43"/>
    <p:sldLayoutId id="2147484100" r:id="rId44"/>
    <p:sldLayoutId id="2147484101" r:id="rId45"/>
    <p:sldLayoutId id="2147484102" r:id="rId46"/>
    <p:sldLayoutId id="2147484103" r:id="rId47"/>
    <p:sldLayoutId id="2147484104" r:id="rId48"/>
    <p:sldLayoutId id="2147484105" r:id="rId49"/>
    <p:sldLayoutId id="2147484106" r:id="rId50"/>
    <p:sldLayoutId id="2147484111" r:id="rId51"/>
    <p:sldLayoutId id="2147484107" r:id="rId52"/>
    <p:sldLayoutId id="2147484108" r:id="rId5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278" userDrawn="1">
          <p15:clr>
            <a:srgbClr val="F26B43"/>
          </p15:clr>
        </p15:guide>
        <p15:guide id="4" pos="5483" userDrawn="1">
          <p15:clr>
            <a:srgbClr val="F26B43"/>
          </p15:clr>
        </p15:guide>
        <p15:guide id="5" orient="horz" pos="276" userDrawn="1">
          <p15:clr>
            <a:srgbClr val="F26B43"/>
          </p15:clr>
        </p15:guide>
        <p15:guide id="6" orient="horz" pos="2964" userDrawn="1">
          <p15:clr>
            <a:srgbClr val="F26B43"/>
          </p15:clr>
        </p15:guide>
        <p15:guide id="12" pos="1502" userDrawn="1">
          <p15:clr>
            <a:srgbClr val="A4A3A4"/>
          </p15:clr>
        </p15:guide>
        <p15:guide id="13" pos="1604" userDrawn="1">
          <p15:clr>
            <a:srgbClr val="A4A3A4"/>
          </p15:clr>
        </p15:guide>
        <p15:guide id="14" pos="4156" userDrawn="1">
          <p15:clr>
            <a:srgbClr val="A4A3A4"/>
          </p15:clr>
        </p15:guide>
        <p15:guide id="15" pos="4258" userDrawn="1">
          <p15:clr>
            <a:srgbClr val="A4A3A4"/>
          </p15:clr>
        </p15:guide>
        <p15:guide id="16" pos="2829" userDrawn="1">
          <p15:clr>
            <a:srgbClr val="A4A3A4"/>
          </p15:clr>
        </p15:guide>
        <p15:guide id="17" pos="2931" userDrawn="1">
          <p15:clr>
            <a:srgbClr val="A4A3A4"/>
          </p15:clr>
        </p15:guide>
        <p15:guide id="18" pos="1945" userDrawn="1">
          <p15:clr>
            <a:srgbClr val="9FCC3B"/>
          </p15:clr>
        </p15:guide>
        <p15:guide id="19" pos="2047" userDrawn="1">
          <p15:clr>
            <a:srgbClr val="9FCC3B"/>
          </p15:clr>
        </p15:guide>
        <p15:guide id="20" pos="3713" userDrawn="1">
          <p15:clr>
            <a:srgbClr val="9FCC3B"/>
          </p15:clr>
        </p15:guide>
        <p15:guide id="21" pos="3815" userDrawn="1">
          <p15:clr>
            <a:srgbClr val="9FCC3B"/>
          </p15:clr>
        </p15:guide>
        <p15:guide id="22" orient="horz" pos="617" userDrawn="1">
          <p15:clr>
            <a:srgbClr val="F26B43"/>
          </p15:clr>
        </p15:guide>
        <p15:guide id="23" orient="horz" pos="54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ICHAME\Desktop\Guide du médecin conseil\public\icons\icon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548640"/>
            <a:ext cx="201168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12801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F172A"/>
                </a:solidFill>
              </a:rPr>
              <a:t>Guide du Médecin Conseil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731520" y="2103120"/>
            <a:ext cx="8961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</a:rPr>
              <a:t>Application PWA – Calcul IPP, Guides &amp; Outils, 100% hors ligne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274320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563EB"/>
                </a:solidFill>
              </a:rPr>
              <a:t>Audience: Médecins Conseil · Informaticiens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29184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59E0B"/>
                </a:solidFill>
              </a:rPr>
              <a:t>Démo live: https://guide-medecin-conseil…vercel.app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ICHAME\Desktop\Guide du médecin conseil\public\icons\icon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Problématique &amp; Objectifs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74320" y="632764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Guide du Médecin Conseil · PWA Offline · CNAS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91440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Problématique terrain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31520" y="14630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Accès aux barèmes et référentiels parfois difficile sur le terrain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Connexion Internet intermittente ou absente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Besoin d'un calcul IPP rigoureux et traçable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Gain de temps et réduction des erreurs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Objectifs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Application PWA installable, 100% utilisable hors ligne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Calculateur IPP fiable (méthode Balthazard, état antérieur, taux social)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Guides médico‑légaux et maladies pro intégrés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Outils cliniques intégrés (GFR, insuline, audiométrie, etc.)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ICHAME\Desktop\Guide du médecin conseil\public\icons\icon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Fonctionnalités Clés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74320" y="632764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Guide du Médecin Conseil · PWA Offline · CNAS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</a:rPr>
              <a:t>• Calculateur IPP (multi‑lésions, Balthazard, état antérieur, taux social)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</a:rPr>
              <a:t>• Guides législatifs + assistant (IA) avec garde‑fous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</a:rPr>
              <a:t>• Maladies professionnelles &amp; ALD (tooltips médicaux structurés)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</a:rPr>
              <a:t>• Appareillage CNAS : recherche sémantique et référentiel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</a:rPr>
              <a:t>• Dictionnaire des médicaments &amp; outils cliniques (GFR, insuline, etc.)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</a:rPr>
              <a:t>• PWA Offline : fonctionnement complet sans Internet, mise à jour auto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ICHAME\Desktop\Guide du médecin conseil\public\icons\icon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Architecture Technique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74320" y="632764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Guide du Médecin Conseil · PWA Offline · CNAS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Front-end: React 19, TypeScript, Vite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PWA: Manifest, Service Worker (Cache‑First dynamique, séparation statique/données)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Données locales: barèmes, maladies, médicaments, appareillage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IA (en ligne): Google Gemini – désactivée hors ligne par conception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OCR: Tesseract.js pour décodage manuscrit (outil en option)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Déploiement: Vercel (CI, env, CDN)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ICHAME\Desktop\Guide du médecin conseil\public\icons\icon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PWA &amp; Hors Ligne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74320" y="632764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Guide du Médecin Conseil · PWA Offline · CNAS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Cache‑First: instantané après première visite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Données stratifiées: /data/* dans un cache dédié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Fallback navigation: /index.html si réseau indisponible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Mise à jour: vérification horaire + rechargement contrôlé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Indicateur UI: bannière "Mode hors ligne"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Avantage: disponibilité terrain et réduction consommation data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ICHAME\Desktop\Guide du médecin conseil\public\icons\icon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Calculateur IPP (Clinique)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74320" y="632764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Guide du Médecin Conseil · PWA Offline · CNAS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Saisie multi‑lésions et consolidation automatique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Balthazard (capacité restante) et état antérieur (art. 12)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Taux social et génération de résumé clinique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Traçabilité: justification par le barème indicatif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ICHAME\Desktop\Guide du médecin conseil\public\icons\icon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Contenus médicaux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74320" y="632764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Guide du Médecin Conseil · PWA Offline · CNAS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ALD &amp; Maladies professionnelles: 36+ fiches/outils intégrés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Exemples: Niemann‑Pick, Gaucher, PAN, Poliomyélite…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Dictionnaire médicaments, barèmes, référentiels CNAS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Mise à jour via déploiements Vercel (SW update)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ICHAME\Desktop\Guide du médecin conseil\public\icons\icon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Sécurité, Qualité, RGPD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74320" y="632764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Guide du Médecin Conseil · PWA Offline · CNAS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1051560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Pas de données patients stockées côté serveur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Hors ligne par défaut — confidentialité renforcée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Appels IA conditionnels (uniquement si en ligne et consentement)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Architecture sans backend (pour le scope actuel)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Mesures: HTTPS, CSP par défaut Vercel, en‑têtes de sécurité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ICHAME\Desktop\Guide du médecin conseil\public\icons\icon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Démo (Plan)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74320" y="632764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Guide du Médecin Conseil · PWA Offline · CNAS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105156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1) Ouverture et installation PWA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2) Calcul IPP : 2 lésions + état antérieur + taux social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3) Consultation d’une fiche ALD (ex: Niemann‑Pick)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4) Passage hors ligne → usage intégral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5) Ré‑activation réseau → mise à jour SW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ICHAME\Desktop\Guide du médecin conseil\public\icons\icon-512x5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28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1828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</a:rPr>
              <a:t>Roadmap</a:t>
            </a:r>
            <a:endParaRPr lang="en-US" sz="2000" dirty="0"/>
          </a:p>
        </p:txBody>
      </p:sp>
      <p:sp>
        <p:nvSpPr>
          <p:cNvPr id="4" name="Shape 1"/>
          <p:cNvSpPr/>
          <p:nvPr/>
        </p:nvSpPr>
        <p:spPr>
          <a:xfrm>
            <a:off x="0" y="6309360"/>
            <a:ext cx="12188952" cy="457200"/>
          </a:xfrm>
          <a:prstGeom prst="rect">
            <a:avLst/>
          </a:prstGeom>
          <a:solidFill>
            <a:srgbClr val="0F76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2"/>
          <p:cNvSpPr/>
          <p:nvPr/>
        </p:nvSpPr>
        <p:spPr>
          <a:xfrm>
            <a:off x="274320" y="6327648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</a:rPr>
              <a:t>Guide du Médecin Conseil · PWA Offline · CNAS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Optimisation bundle (code‑splitting, lazy‑loading)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Outils médicaux supplémentaires et nouvelles ALD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Mesure d’usage locale (privacy‑first) et ergonomie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Nom de domaine court &amp; branding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</a:rPr>
              <a:t>• IA locale (ONNX/TensorFlow.js) pour suggestions hors ligne (R&amp;D)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7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Merci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FFFFFF"/>
                </a:solidFill>
              </a:rPr>
              <a:t>Questions du jury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4271DD5-464F-0D18-F134-2DE8AA423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lang="ru-RU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Guide du Médecin Conseil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44BCD8F-35AD-46B3-A82C-AB6FBA823004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>
            <a:defPPr>
              <a:defRPr lang="ru-RU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8864E2-848D-AD56-1BCA-A946B6AC59A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>
            <a:defPPr>
              <a:defRPr lang="ru-RU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CREATED BY: Your Name DATE: novembre-2025</a:t>
            </a:r>
          </a:p>
        </p:txBody>
      </p:sp>
      <p:pic>
        <p:nvPicPr>
          <p:cNvPr id="2" name="Espace réservé pour une image  1">
            <a:extLst>
              <a:ext uri="{FF2B5EF4-FFF2-40B4-BE49-F238E27FC236}">
                <a16:creationId xmlns:a16="http://schemas.microsoft.com/office/drawing/2014/main" id="{8A0B5CE5-2E67-7A4C-0CC2-78A0270E0C4F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1020" r="102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8871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E070AD-6055-FEF6-D11B-5BDADDCB2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2_columns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4F497AF-EE25-B8E9-CB2F-91B403C7D185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F8E4E84-1F25-69F5-3040-BD33A888D6A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9E0989F-4A43-6024-7185-E9113FF98C4C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9" name="Espace réservé pour une image  8">
            <a:extLst>
              <a:ext uri="{FF2B5EF4-FFF2-40B4-BE49-F238E27FC236}">
                <a16:creationId xmlns:a16="http://schemas.microsoft.com/office/drawing/2014/main" id="{42B9A037-0473-A304-2751-2EF8044A2CCE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856" r="856"/>
          <a:stretch>
            <a:fillRect/>
          </a:stretch>
        </p:blipFill>
        <p:spPr/>
      </p:pic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307A5F8A-7F21-D123-0549-BE871550208C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1A64341-D065-8E8A-E295-D572D105424A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0254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86057-B93B-2396-721B-ED16E90D9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Fonctionnalités Clés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794C163-63F1-CE88-0003-76275AD6BEDE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139FC7-BEBB-1265-1714-05052C16B28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620AD58-B2A2-D79F-3287-B1B25C43D1E2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Espace réservé pour une image  6">
            <a:extLst>
              <a:ext uri="{FF2B5EF4-FFF2-40B4-BE49-F238E27FC236}">
                <a16:creationId xmlns:a16="http://schemas.microsoft.com/office/drawing/2014/main" id="{C3F359D7-0E95-7CB2-75B8-6011FBABB5A6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1403" r="140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9631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743111-1E14-E77C-B78F-F0AA2E6AF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Architecture Technique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543721-4F21-FB38-E949-2850FF15CADE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66F16D9-A270-F204-B7D4-3E865ABA30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9970AF6-C9B2-0289-7C3E-5DAD399C41F7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Espace réservé pour une image  6">
            <a:extLst>
              <a:ext uri="{FF2B5EF4-FFF2-40B4-BE49-F238E27FC236}">
                <a16:creationId xmlns:a16="http://schemas.microsoft.com/office/drawing/2014/main" id="{9F65DB1E-438E-4700-74ED-20D2C6A44DBA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1821" r="182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8036709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CC28F7-F8E7-1010-0339-B2D767289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PWA &amp; Hors Ligne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7C8590-1933-4267-0085-7B23F65C32B3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D6EC09-95A4-85FA-0218-4E12FF7F38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A24ECBE-B813-FF0D-9616-687EBE5198C8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7" name="Espace réservé pour une image  6">
            <a:extLst>
              <a:ext uri="{FF2B5EF4-FFF2-40B4-BE49-F238E27FC236}">
                <a16:creationId xmlns:a16="http://schemas.microsoft.com/office/drawing/2014/main" id="{CC309A69-78C8-F7EB-7C76-A2F519D20AE6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1403" r="140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714640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E5E509-8B1A-907A-2A18-A210152C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Calculateur IPP (Clinique)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2D29040-A14A-1224-5FA6-2E1C1FA0D4E1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8659541-C259-89E4-C3AD-D62FCD5B55E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A58ACF-F2F6-99B2-1D98-FFFDBDC54BB9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B35EB8A-C92C-9F0D-6CF9-A6F3CDC09BA1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12A6B914-60DD-827C-6CF7-B72A6BF7C1B0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44AF573B-C05B-A22B-5D04-3B01DAF9A425}"/>
              </a:ext>
            </a:extLst>
          </p:cNvPr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ADEDB76-AC00-9599-9971-634B6DF765D0}"/>
              </a:ext>
            </a:extLst>
          </p:cNvPr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192931E7-B3EB-35A5-20AA-A075E20680D9}"/>
              </a:ext>
            </a:extLst>
          </p:cNvPr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7DDCD5F6-7679-3A89-D335-B2BEFAB5EA11}"/>
              </a:ext>
            </a:extLst>
          </p:cNvPr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4003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A39D72-FA43-04B0-73C5-A22D50C70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Contenus médicaux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EAFEB1A-5AA1-DFA4-A421-04E5703F2BF2}"/>
              </a:ext>
            </a:extLst>
          </p:cNvPr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C42DE99-A53F-6DE2-FFEF-F8E62C856B0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C5A9925-6767-78B9-8F80-376DA9F7BD65}"/>
              </a:ext>
            </a:extLst>
          </p:cNvPr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417555EE-F642-82C6-BB36-D5A4E3036F25}"/>
              </a:ext>
            </a:extLst>
          </p:cNvPr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20F6758A-5694-BC18-1F0B-E3C51F53272A}"/>
              </a:ext>
            </a:extLst>
          </p:cNvPr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2D30F887-0BE7-E872-C751-4BB69639E9E2}"/>
              </a:ext>
            </a:extLst>
          </p:cNvPr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4E5BFD25-C4D3-6ADA-B417-053DEDC42959}"/>
              </a:ext>
            </a:extLst>
          </p:cNvPr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D63FF358-4CF4-2529-0BF1-FE0226234D71}"/>
              </a:ext>
            </a:extLst>
          </p:cNvPr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E8017BCE-F50C-A5DC-DD1E-EB4849A590FD}"/>
              </a:ext>
            </a:extLst>
          </p:cNvPr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731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Rome">
  <a:themeElements>
    <a:clrScheme name="Romе Sand">
      <a:dk1>
        <a:srgbClr val="372D21"/>
      </a:dk1>
      <a:lt1>
        <a:sysClr val="window" lastClr="FFFFFF"/>
      </a:lt1>
      <a:dk2>
        <a:srgbClr val="372D21"/>
      </a:dk2>
      <a:lt2>
        <a:srgbClr val="FFFFFF"/>
      </a:lt2>
      <a:accent1>
        <a:srgbClr val="372D21"/>
      </a:accent1>
      <a:accent2>
        <a:srgbClr val="695039"/>
      </a:accent2>
      <a:accent3>
        <a:srgbClr val="D1C3B3"/>
      </a:accent3>
      <a:accent4>
        <a:srgbClr val="B29A80"/>
      </a:accent4>
      <a:accent5>
        <a:srgbClr val="E4DCD2"/>
      </a:accent5>
      <a:accent6>
        <a:srgbClr val="EEE9E3"/>
      </a:accent6>
      <a:hlink>
        <a:srgbClr val="CDB79F"/>
      </a:hlink>
      <a:folHlink>
        <a:srgbClr val="775E4E"/>
      </a:folHlink>
    </a:clrScheme>
    <a:fontScheme name="Rome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4656C8-8654-43E1-90F1-709AF795D9E0}">
  <we:reference id="wa200005566" version="3.0.0.3" store="en-US" storeType="OMEX"/>
  <we:alternateReferences>
    <we:reference id="wa200005566" version="3.0.0.3" store="en-US" storeType="OMEX"/>
  </we:alternateReferences>
  <we:properties>
    <we:property name="theme" value="{&quot;name&quot;:&quot;Rome&quot;,&quot;color&quot;:&quot;#372D21&quot;,&quot;colorPalette&quot;:[&quot;372D21&quot;,&quot;FFFFFF&quot;,&quot;372D21&quot;,&quot;FFFFFF&quot;,&quot;372D21&quot;,&quot;695039&quot;,&quot;D1C3B3&quot;,&quot;B29A80&quot;,&quot;E4DCD2&quot;,&quot;EEE9E3&quot;,&quot;CDB79F&quot;,&quot;775E4E&quot;],&quot;previewImages&quot;:[&quot;https://cpp.appsdowonders.com/assets/SlideTitleV2-rome.webp&quot;,&quot;https://cpp.appsdowonders.com/assets/SlideAgenda-rome.webp&quot;,&quot;https://cpp.appsdowonders.com/assets/SlideTextbox1V1-rome.webp&quot;,&quot;https://cpp.appsdowonders.com/assets/SlideTextbox3V1-rome.webp&quot;,&quot;https://cpp.appsdowonders.com/assets/SlideTable-rome.webp&quot;,&quot;https://cpp.appsdowonders.com/assets/SlideTimelineV2-rome.webp&quot;],&quot;isDefault&quot;:true,&quot;previewAnimation&quot;:&quot;https://cpp.appsdowonders.com/assets/rome-preview.gif&quot;,&quot;index&quot;:0}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752</Words>
  <Application>Microsoft Office PowerPoint</Application>
  <PresentationFormat>Affichage à l'écran (16:9)</PresentationFormat>
  <Paragraphs>96</Paragraphs>
  <Slides>18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18</vt:i4>
      </vt:variant>
    </vt:vector>
  </HeadingPairs>
  <TitlesOfParts>
    <vt:vector size="24" baseType="lpstr">
      <vt:lpstr>Arial</vt:lpstr>
      <vt:lpstr>Calibri</vt:lpstr>
      <vt:lpstr>Georgia</vt:lpstr>
      <vt:lpstr>Wingdings</vt:lpstr>
      <vt:lpstr>Office Theme</vt:lpstr>
      <vt:lpstr>Rome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Guide du Médecin Conseil</vt:lpstr>
      <vt:lpstr>2_columns</vt:lpstr>
      <vt:lpstr>Fonctionnalités Clés</vt:lpstr>
      <vt:lpstr>Architecture Technique</vt:lpstr>
      <vt:lpstr>PWA &amp; Hors Ligne</vt:lpstr>
      <vt:lpstr>Calculateur IPP (Clinique)</vt:lpstr>
      <vt:lpstr>Contenus médicaux</vt:lpstr>
    </vt:vector>
  </TitlesOfParts>
  <Company>CNAS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Produit &amp; Technique</dc:title>
  <dc:subject>Guide du Médecin Conseil – PWA</dc:subject>
  <dc:creator>CNAS</dc:creator>
  <cp:lastModifiedBy>HICHAME</cp:lastModifiedBy>
  <cp:revision>2</cp:revision>
  <dcterms:created xsi:type="dcterms:W3CDTF">2025-11-01T01:30:15Z</dcterms:created>
  <dcterms:modified xsi:type="dcterms:W3CDTF">2025-11-01T02:03:36Z</dcterms:modified>
</cp:coreProperties>
</file>